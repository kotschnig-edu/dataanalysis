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4" r:id="rId1"/>
  </p:sldMasterIdLst>
  <p:notesMasterIdLst>
    <p:notesMasterId r:id="rId28"/>
  </p:notesMasterIdLst>
  <p:handoutMasterIdLst>
    <p:handoutMasterId r:id="rId29"/>
  </p:handoutMasterIdLst>
  <p:sldIdLst>
    <p:sldId id="256" r:id="rId2"/>
    <p:sldId id="263" r:id="rId3"/>
    <p:sldId id="296" r:id="rId4"/>
    <p:sldId id="297" r:id="rId5"/>
    <p:sldId id="298" r:id="rId6"/>
    <p:sldId id="300"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20" r:id="rId23"/>
    <p:sldId id="317" r:id="rId24"/>
    <p:sldId id="318" r:id="rId25"/>
    <p:sldId id="319" r:id="rId26"/>
    <p:sldId id="285" r:id="rId27"/>
  </p:sldIdLst>
  <p:sldSz cx="9144000" cy="5143500" type="screen16x9"/>
  <p:notesSz cx="6858000" cy="9144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53320CC7-1E42-4651-8BB7-05A584CC5C6B}">
          <p14:sldIdLst>
            <p14:sldId id="256"/>
            <p14:sldId id="263"/>
            <p14:sldId id="296"/>
            <p14:sldId id="297"/>
            <p14:sldId id="298"/>
            <p14:sldId id="300"/>
          </p14:sldIdLst>
        </p14:section>
        <p14:section name="Abschnitt ohne Titel" id="{5AEAA948-8091-4540-A773-EA129D781D90}">
          <p14:sldIdLst>
            <p14:sldId id="302"/>
            <p14:sldId id="303"/>
            <p14:sldId id="304"/>
            <p14:sldId id="305"/>
            <p14:sldId id="306"/>
            <p14:sldId id="307"/>
            <p14:sldId id="308"/>
            <p14:sldId id="309"/>
            <p14:sldId id="310"/>
            <p14:sldId id="311"/>
          </p14:sldIdLst>
        </p14:section>
        <p14:section name="Abschnitt ohne Titel" id="{378E6B6C-9A03-4E6B-A893-19A924706160}">
          <p14:sldIdLst>
            <p14:sldId id="312"/>
            <p14:sldId id="313"/>
            <p14:sldId id="314"/>
            <p14:sldId id="315"/>
            <p14:sldId id="316"/>
            <p14:sldId id="320"/>
            <p14:sldId id="317"/>
            <p14:sldId id="318"/>
            <p14:sldId id="319"/>
            <p14:sldId id="285"/>
          </p14:sldIdLst>
        </p14:section>
      </p14:sectionLst>
    </p:ext>
    <p:ext uri="{EFAFB233-063F-42B5-8137-9DF3F51BA10A}">
      <p15:sldGuideLst xmlns:p15="http://schemas.microsoft.com/office/powerpoint/2012/main">
        <p15:guide id="1" orient="horz" pos="3838" userDrawn="1">
          <p15:clr>
            <a:srgbClr val="A4A3A4"/>
          </p15:clr>
        </p15:guide>
        <p15:guide id="2" orient="horz" pos="1003" userDrawn="1">
          <p15:clr>
            <a:srgbClr val="A4A3A4"/>
          </p15:clr>
        </p15:guide>
        <p15:guide id="3" pos="226" userDrawn="1">
          <p15:clr>
            <a:srgbClr val="A4A3A4"/>
          </p15:clr>
        </p15:guide>
        <p15:guide id="4" pos="5534" userDrawn="1">
          <p15:clr>
            <a:srgbClr val="A4A3A4"/>
          </p15:clr>
        </p15:guide>
        <p15:guide id="5" pos="2880">
          <p15:clr>
            <a:srgbClr val="A4A3A4"/>
          </p15:clr>
        </p15:guide>
        <p15:guide id="6" orient="horz" pos="686" userDrawn="1">
          <p15:clr>
            <a:srgbClr val="A4A3A4"/>
          </p15:clr>
        </p15:guide>
        <p15:guide id="7" orient="horz" pos="4178" userDrawn="1">
          <p15:clr>
            <a:srgbClr val="A4A3A4"/>
          </p15:clr>
        </p15:guide>
        <p15:guide id="8" orient="horz" pos="2879">
          <p15:clr>
            <a:srgbClr val="A4A3A4"/>
          </p15:clr>
        </p15:guide>
        <p15:guide id="9" orient="horz" pos="752">
          <p15:clr>
            <a:srgbClr val="A4A3A4"/>
          </p15:clr>
        </p15:guide>
        <p15:guide id="10" orient="horz" pos="515">
          <p15:clr>
            <a:srgbClr val="A4A3A4"/>
          </p15:clr>
        </p15:guide>
        <p15:guide id="11" orient="horz" pos="313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A600"/>
    <a:srgbClr val="00AFCB"/>
    <a:srgbClr val="005CA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88E7C4-2EBA-4F16-AACB-50CEA6011B7F}" v="804" dt="2026-01-28T19:47:48.423"/>
    <p1510:client id="{0D734F0E-AF89-F963-3D98-77436A6CF362}" v="63" dt="2026-01-28T21:04:36.167"/>
    <p1510:client id="{E1593EBB-753E-42EE-89FB-AEB6DF89175D}" v="67" dt="2026-01-28T19:38:28.93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86" autoAdjust="0"/>
  </p:normalViewPr>
  <p:slideViewPr>
    <p:cSldViewPr snapToGrid="0">
      <p:cViewPr>
        <p:scale>
          <a:sx n="125" d="100"/>
          <a:sy n="125" d="100"/>
        </p:scale>
        <p:origin x="-9" y="-1128"/>
      </p:cViewPr>
      <p:guideLst>
        <p:guide orient="horz" pos="3838"/>
        <p:guide orient="horz" pos="1003"/>
        <p:guide pos="226"/>
        <p:guide pos="5534"/>
        <p:guide pos="2880"/>
        <p:guide orient="horz" pos="686"/>
        <p:guide orient="horz" pos="4178"/>
        <p:guide orient="horz" pos="2879"/>
        <p:guide orient="horz" pos="752"/>
        <p:guide orient="horz" pos="515"/>
        <p:guide orient="horz" pos="313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389A364-0348-2F43-99DF-D2B200CF0081}" type="datetimeFigureOut">
              <a:rPr lang="de-DE" smtClean="0"/>
              <a:t>29.01.2026</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E9922-510D-BA4D-8EA2-480C80FDB60E}" type="slidenum">
              <a:rPr lang="de-DE" smtClean="0"/>
              <a:t>‹Nr.›</a:t>
            </a:fld>
            <a:endParaRPr lang="de-DE"/>
          </a:p>
        </p:txBody>
      </p:sp>
    </p:spTree>
    <p:extLst>
      <p:ext uri="{BB962C8B-B14F-4D97-AF65-F5344CB8AC3E}">
        <p14:creationId xmlns:p14="http://schemas.microsoft.com/office/powerpoint/2010/main" val="4266512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19BEE0-598C-4858-A439-753E34679212}" type="datetimeFigureOut">
              <a:rPr lang="de-AT" smtClean="0"/>
              <a:t>29.01.2026</a:t>
            </a:fld>
            <a:endParaRPr lang="de-AT"/>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FEA223-4F50-4DD6-9CC4-15E4F51256E0}" type="slidenum">
              <a:rPr lang="de-AT" smtClean="0"/>
              <a:t>‹Nr.›</a:t>
            </a:fld>
            <a:endParaRPr lang="de-AT"/>
          </a:p>
        </p:txBody>
      </p:sp>
    </p:spTree>
    <p:extLst>
      <p:ext uri="{BB962C8B-B14F-4D97-AF65-F5344CB8AC3E}">
        <p14:creationId xmlns:p14="http://schemas.microsoft.com/office/powerpoint/2010/main" val="42125453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endParaRPr lang="en-AT"/>
          </a:p>
        </p:txBody>
      </p:sp>
      <p:sp>
        <p:nvSpPr>
          <p:cNvPr id="4" name="Slide Number Placeholder 3"/>
          <p:cNvSpPr>
            <a:spLocks noGrp="1"/>
          </p:cNvSpPr>
          <p:nvPr>
            <p:ph type="sldNum" sz="quarter" idx="5"/>
          </p:nvPr>
        </p:nvSpPr>
        <p:spPr/>
        <p:txBody>
          <a:bodyPr/>
          <a:lstStyle/>
          <a:p>
            <a:fld id="{2AFEA223-4F50-4DD6-9CC4-15E4F51256E0}" type="slidenum">
              <a:rPr lang="de-AT" smtClean="0"/>
              <a:t>1</a:t>
            </a:fld>
            <a:endParaRPr lang="de-AT"/>
          </a:p>
        </p:txBody>
      </p:sp>
    </p:spTree>
    <p:extLst>
      <p:ext uri="{BB962C8B-B14F-4D97-AF65-F5344CB8AC3E}">
        <p14:creationId xmlns:p14="http://schemas.microsoft.com/office/powerpoint/2010/main" val="3019575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endParaRPr lang="en-AT"/>
          </a:p>
        </p:txBody>
      </p:sp>
      <p:sp>
        <p:nvSpPr>
          <p:cNvPr id="4" name="Slide Number Placeholder 3"/>
          <p:cNvSpPr>
            <a:spLocks noGrp="1"/>
          </p:cNvSpPr>
          <p:nvPr>
            <p:ph type="sldNum" sz="quarter" idx="5"/>
          </p:nvPr>
        </p:nvSpPr>
        <p:spPr/>
        <p:txBody>
          <a:bodyPr/>
          <a:lstStyle/>
          <a:p>
            <a:fld id="{2AFEA223-4F50-4DD6-9CC4-15E4F51256E0}" type="slidenum">
              <a:rPr lang="de-AT" smtClean="0"/>
              <a:t>2</a:t>
            </a:fld>
            <a:endParaRPr lang="de-AT"/>
          </a:p>
        </p:txBody>
      </p:sp>
    </p:spTree>
    <p:extLst>
      <p:ext uri="{BB962C8B-B14F-4D97-AF65-F5344CB8AC3E}">
        <p14:creationId xmlns:p14="http://schemas.microsoft.com/office/powerpoint/2010/main" val="1625125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tested different polynomial degrees to find the right model complexity. Degree 1 is simple linear regression, degree 2 adds interaction terms. As you can see, degrees 1 and 2 perform nearly identically with R² around 0.995. But when we go to degree 3 or 4, the model completely fails on test data—the test R² drops to negative thousands. This is classic overfitting: the model memorizes the training data but can't generalize. So we selected degree 2 as the optimal balance between complexity and generalization</a:t>
            </a:r>
          </a:p>
        </p:txBody>
      </p:sp>
      <p:sp>
        <p:nvSpPr>
          <p:cNvPr id="4" name="Slide Number Placeholder 3"/>
          <p:cNvSpPr>
            <a:spLocks noGrp="1"/>
          </p:cNvSpPr>
          <p:nvPr>
            <p:ph type="sldNum" sz="quarter" idx="5"/>
          </p:nvPr>
        </p:nvSpPr>
        <p:spPr/>
        <p:txBody>
          <a:bodyPr/>
          <a:lstStyle/>
          <a:p>
            <a:fld id="{2AFEA223-4F50-4DD6-9CC4-15E4F51256E0}" type="slidenum">
              <a:rPr lang="de-AT" smtClean="0"/>
              <a:t>21</a:t>
            </a:fld>
            <a:endParaRPr lang="de-AT"/>
          </a:p>
        </p:txBody>
      </p:sp>
    </p:spTree>
    <p:extLst>
      <p:ext uri="{BB962C8B-B14F-4D97-AF65-F5344CB8AC3E}">
        <p14:creationId xmlns:p14="http://schemas.microsoft.com/office/powerpoint/2010/main" val="2952376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solidFill>
                  <a:srgbClr val="CCCCCC"/>
                </a:solidFill>
                <a:highlight>
                  <a:srgbClr val="252526"/>
                </a:highlight>
                <a:ea typeface="Calibri"/>
                <a:cs typeface="Calibri"/>
              </a:rPr>
              <a:t>Interesting!</a:t>
            </a:r>
          </a:p>
          <a:p>
            <a:r>
              <a:rPr lang="en-US" dirty="0"/>
              <a:t>Residuals vs Predicted: Random scatter, no pattern → good fit</a:t>
            </a:r>
            <a:endParaRPr lang="en-US" dirty="0">
              <a:ea typeface="Calibri"/>
              <a:cs typeface="Calibri"/>
            </a:endParaRPr>
          </a:p>
          <a:p>
            <a:r>
              <a:rPr lang="en-US" dirty="0"/>
              <a:t>Q-Q Plot: Points follow line → residuals are norma</a:t>
            </a:r>
            <a:endParaRPr lang="en-US" dirty="0">
              <a:ea typeface="Calibri"/>
              <a:cs typeface="Calibri"/>
            </a:endParaRPr>
          </a:p>
          <a:p>
            <a:r>
              <a:rPr lang="en-US" dirty="0"/>
              <a:t>These four plots validate our model. Top left shows residuals are randomly scattered around zero with no funnel shape, meaning our predictions are unbiased across all revenue levels. Top right is a Q-Q plot confirming the residuals follow a normal distribution.</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2AFEA223-4F50-4DD6-9CC4-15E4F51256E0}" type="slidenum">
              <a:rPr lang="de-AT" smtClean="0"/>
              <a:t>22</a:t>
            </a:fld>
            <a:endParaRPr lang="de-AT"/>
          </a:p>
        </p:txBody>
      </p:sp>
    </p:spTree>
    <p:extLst>
      <p:ext uri="{BB962C8B-B14F-4D97-AF65-F5344CB8AC3E}">
        <p14:creationId xmlns:p14="http://schemas.microsoft.com/office/powerpoint/2010/main" val="2694453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a:latin typeface="LMRoman10-Regular"/>
              </a:rPr>
              <a:t>Flexible and Robust Test Communication Board with </a:t>
            </a:r>
            <a:r>
              <a:rPr lang="en-US" sz="1800" b="0" i="0" u="none" strike="noStrike" baseline="0" err="1">
                <a:latin typeface="LMRoman10-Regular"/>
              </a:rPr>
              <a:t>sbRIO</a:t>
            </a:r>
            <a:endParaRPr lang="en-AT"/>
          </a:p>
        </p:txBody>
      </p:sp>
      <p:sp>
        <p:nvSpPr>
          <p:cNvPr id="4" name="Slide Number Placeholder 3"/>
          <p:cNvSpPr>
            <a:spLocks noGrp="1"/>
          </p:cNvSpPr>
          <p:nvPr>
            <p:ph type="sldNum" sz="quarter" idx="5"/>
          </p:nvPr>
        </p:nvSpPr>
        <p:spPr/>
        <p:txBody>
          <a:bodyPr/>
          <a:lstStyle/>
          <a:p>
            <a:fld id="{2AFEA223-4F50-4DD6-9CC4-15E4F51256E0}" type="slidenum">
              <a:rPr lang="de-AT" smtClean="0"/>
              <a:t>26</a:t>
            </a:fld>
            <a:endParaRPr lang="de-AT"/>
          </a:p>
        </p:txBody>
      </p:sp>
    </p:spTree>
    <p:extLst>
      <p:ext uri="{BB962C8B-B14F-4D97-AF65-F5344CB8AC3E}">
        <p14:creationId xmlns:p14="http://schemas.microsoft.com/office/powerpoint/2010/main" val="3956461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5" name="Rechteck 4"/>
          <p:cNvSpPr/>
          <p:nvPr/>
        </p:nvSpPr>
        <p:spPr>
          <a:xfrm>
            <a:off x="0" y="816769"/>
            <a:ext cx="9144000" cy="4180574"/>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solidFill>
                <a:schemeClr val="bg2"/>
              </a:solidFill>
            </a:endParaRPr>
          </a:p>
        </p:txBody>
      </p:sp>
      <p:sp>
        <p:nvSpPr>
          <p:cNvPr id="2" name="Titel 1"/>
          <p:cNvSpPr>
            <a:spLocks noGrp="1"/>
          </p:cNvSpPr>
          <p:nvPr>
            <p:ph type="ctrTitle"/>
          </p:nvPr>
        </p:nvSpPr>
        <p:spPr>
          <a:xfrm>
            <a:off x="277587" y="1051413"/>
            <a:ext cx="8596539" cy="1102519"/>
          </a:xfrm>
        </p:spPr>
        <p:txBody>
          <a:bodyPr anchor="t">
            <a:normAutofit/>
          </a:bodyPr>
          <a:lstStyle>
            <a:lvl1pPr algn="l">
              <a:defRPr sz="4000">
                <a:solidFill>
                  <a:schemeClr val="bg2"/>
                </a:solidFill>
              </a:defRPr>
            </a:lvl1pPr>
          </a:lstStyle>
          <a:p>
            <a:r>
              <a:rPr lang="en-US"/>
              <a:t>Click to edit Master title style</a:t>
            </a:r>
            <a:endParaRPr lang="de-DE"/>
          </a:p>
        </p:txBody>
      </p:sp>
      <p:sp>
        <p:nvSpPr>
          <p:cNvPr id="3" name="Untertitel 2"/>
          <p:cNvSpPr>
            <a:spLocks noGrp="1"/>
          </p:cNvSpPr>
          <p:nvPr>
            <p:ph type="subTitle" idx="1"/>
          </p:nvPr>
        </p:nvSpPr>
        <p:spPr>
          <a:xfrm>
            <a:off x="277587" y="3349398"/>
            <a:ext cx="8596539" cy="1314450"/>
          </a:xfrm>
        </p:spPr>
        <p:txBody>
          <a:bodyPr anchor="b"/>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a:p>
        </p:txBody>
      </p:sp>
    </p:spTree>
    <p:extLst>
      <p:ext uri="{BB962C8B-B14F-4D97-AF65-F5344CB8AC3E}">
        <p14:creationId xmlns:p14="http://schemas.microsoft.com/office/powerpoint/2010/main" val="3536961663"/>
      </p:ext>
    </p:extLst>
  </p:cSld>
  <p:clrMapOvr>
    <a:masterClrMapping/>
  </p:clrMapOvr>
  <p:extLst>
    <p:ext uri="{DCECCB84-F9BA-43D5-87BE-67443E8EF086}">
      <p15:sldGuideLst xmlns:p15="http://schemas.microsoft.com/office/powerpoint/2012/main">
        <p15:guide id="0" orient="horz" pos="2160">
          <p15:clr>
            <a:srgbClr val="FBAE40"/>
          </p15:clr>
        </p15:guide>
        <p15:guide id="1" pos="226">
          <p15:clr>
            <a:srgbClr val="FBAE40"/>
          </p15:clr>
        </p15:guide>
        <p15:guide id="2" pos="5534">
          <p15:clr>
            <a:srgbClr val="FBAE40"/>
          </p15:clr>
        </p15:guide>
        <p15:guide id="3" orient="horz" pos="1003">
          <p15:clr>
            <a:srgbClr val="FBAE40"/>
          </p15:clr>
        </p15:guide>
        <p15:guide id="4" orient="horz" pos="3838">
          <p15:clr>
            <a:srgbClr val="FBAE40"/>
          </p15:clr>
        </p15:guide>
        <p15:guide id="5" orient="horz" pos="686">
          <p15:clr>
            <a:srgbClr val="FBAE40"/>
          </p15:clr>
        </p15:guide>
        <p15:guide id="6" orient="horz" pos="4178">
          <p15:clr>
            <a:srgbClr val="FBAE40"/>
          </p15:clr>
        </p15:guide>
        <p15:guide id="7" pos="170">
          <p15:clr>
            <a:srgbClr val="FBAE40"/>
          </p15:clr>
        </p15:guide>
        <p15:guide id="8" pos="559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nchor="b">
            <a:normAutofit/>
          </a:bodyPr>
          <a:lstStyle>
            <a:lvl1pPr algn="l">
              <a:defRPr sz="3200" b="1"/>
            </a:lvl1pPr>
          </a:lstStyle>
          <a:p>
            <a:r>
              <a:rPr lang="en-US"/>
              <a:t>Click to edit Master title style</a:t>
            </a:r>
            <a:endParaRPr lang="de-DE"/>
          </a:p>
        </p:txBody>
      </p:sp>
      <p:sp>
        <p:nvSpPr>
          <p:cNvPr id="3" name="Inhaltsplatzhalter 2"/>
          <p:cNvSpPr>
            <a:spLocks noGrp="1"/>
          </p:cNvSpPr>
          <p:nvPr>
            <p:ph idx="1"/>
          </p:nvPr>
        </p:nvSpPr>
        <p:spPr/>
        <p:txBody>
          <a:bodyPr/>
          <a:lstStyle>
            <a:lvl1pPr marL="0" indent="0">
              <a:buNone/>
              <a:defRPr sz="2400"/>
            </a:lvl1pPr>
            <a:lvl2pPr marL="457200" indent="0">
              <a:buNone/>
              <a:defRPr sz="2400"/>
            </a:lvl2pPr>
            <a:lvl3pPr marL="914400" indent="0">
              <a:buNone/>
              <a:defRPr sz="20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9" name="Foliennummernplatzhalter 8"/>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1524598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7" name="Rechteck 6"/>
          <p:cNvSpPr/>
          <p:nvPr/>
        </p:nvSpPr>
        <p:spPr>
          <a:xfrm>
            <a:off x="0" y="816769"/>
            <a:ext cx="9144000" cy="4180574"/>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solidFill>
                <a:schemeClr val="tx1"/>
              </a:solidFill>
            </a:endParaRPr>
          </a:p>
        </p:txBody>
      </p:sp>
      <p:sp>
        <p:nvSpPr>
          <p:cNvPr id="2" name="Titel 1"/>
          <p:cNvSpPr>
            <a:spLocks noGrp="1"/>
          </p:cNvSpPr>
          <p:nvPr>
            <p:ph type="title"/>
          </p:nvPr>
        </p:nvSpPr>
        <p:spPr>
          <a:xfrm>
            <a:off x="269875" y="1064539"/>
            <a:ext cx="8604250" cy="1021556"/>
          </a:xfrm>
        </p:spPr>
        <p:txBody>
          <a:bodyPr anchor="t"/>
          <a:lstStyle>
            <a:lvl1pPr algn="l">
              <a:defRPr sz="4000" b="1" cap="all"/>
            </a:lvl1pPr>
          </a:lstStyle>
          <a:p>
            <a:r>
              <a:rPr lang="en-US"/>
              <a:t>Click to edit Master title style</a:t>
            </a:r>
            <a:endParaRPr lang="de-DE"/>
          </a:p>
        </p:txBody>
      </p:sp>
      <p:sp>
        <p:nvSpPr>
          <p:cNvPr id="3" name="Textplatzhalter 2"/>
          <p:cNvSpPr>
            <a:spLocks noGrp="1"/>
          </p:cNvSpPr>
          <p:nvPr>
            <p:ph type="body" idx="1"/>
          </p:nvPr>
        </p:nvSpPr>
        <p:spPr>
          <a:xfrm>
            <a:off x="269875" y="3444479"/>
            <a:ext cx="8604251" cy="1125140"/>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umsplatzhalter 7"/>
          <p:cNvSpPr>
            <a:spLocks noGrp="1"/>
          </p:cNvSpPr>
          <p:nvPr>
            <p:ph type="dt" sz="half" idx="10"/>
          </p:nvPr>
        </p:nvSpPr>
        <p:spPr>
          <a:xfrm>
            <a:off x="264980" y="4767263"/>
            <a:ext cx="2133600" cy="273844"/>
          </a:xfrm>
          <a:prstGeom prst="rect">
            <a:avLst/>
          </a:prstGeom>
        </p:spPr>
        <p:txBody>
          <a:bodyPr/>
          <a:lstStyle/>
          <a:p>
            <a:endParaRPr lang="de-DE"/>
          </a:p>
        </p:txBody>
      </p:sp>
      <p:sp>
        <p:nvSpPr>
          <p:cNvPr id="9" name="Fußzeilenplatzhalter 8"/>
          <p:cNvSpPr>
            <a:spLocks noGrp="1"/>
          </p:cNvSpPr>
          <p:nvPr>
            <p:ph type="ftr" sz="quarter" idx="11"/>
          </p:nvPr>
        </p:nvSpPr>
        <p:spPr>
          <a:xfrm>
            <a:off x="3124200" y="4767263"/>
            <a:ext cx="2895600" cy="273844"/>
          </a:xfrm>
          <a:prstGeom prst="rect">
            <a:avLst/>
          </a:prstGeom>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1088470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ussage">
    <p:spTree>
      <p:nvGrpSpPr>
        <p:cNvPr id="1" name=""/>
        <p:cNvGrpSpPr/>
        <p:nvPr/>
      </p:nvGrpSpPr>
      <p:grpSpPr>
        <a:xfrm>
          <a:off x="0" y="0"/>
          <a:ext cx="0" cy="0"/>
          <a:chOff x="0" y="0"/>
          <a:chExt cx="0" cy="0"/>
        </a:xfrm>
      </p:grpSpPr>
      <p:sp>
        <p:nvSpPr>
          <p:cNvPr id="7" name="Rechteck 6"/>
          <p:cNvSpPr/>
          <p:nvPr/>
        </p:nvSpPr>
        <p:spPr>
          <a:xfrm>
            <a:off x="0" y="1194197"/>
            <a:ext cx="9144000" cy="3375422"/>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solidFill>
                <a:schemeClr val="tx1"/>
              </a:solidFill>
            </a:endParaRPr>
          </a:p>
        </p:txBody>
      </p:sp>
      <p:sp>
        <p:nvSpPr>
          <p:cNvPr id="2" name="Titel 1"/>
          <p:cNvSpPr>
            <a:spLocks noGrp="1"/>
          </p:cNvSpPr>
          <p:nvPr>
            <p:ph type="title"/>
          </p:nvPr>
        </p:nvSpPr>
        <p:spPr>
          <a:xfrm>
            <a:off x="358775" y="1949734"/>
            <a:ext cx="8604250" cy="1021556"/>
          </a:xfrm>
        </p:spPr>
        <p:txBody>
          <a:bodyPr anchor="b"/>
          <a:lstStyle>
            <a:lvl1pPr algn="ctr">
              <a:defRPr sz="4000" b="1" i="1" cap="none" baseline="0">
                <a:solidFill>
                  <a:schemeClr val="bg2"/>
                </a:solidFill>
                <a:latin typeface="+mj-lt"/>
              </a:defRPr>
            </a:lvl1pPr>
          </a:lstStyle>
          <a:p>
            <a:r>
              <a:rPr lang="en-US"/>
              <a:t>Click to edit Master title style</a:t>
            </a:r>
            <a:endParaRPr lang="de-DE"/>
          </a:p>
        </p:txBody>
      </p:sp>
      <p:sp>
        <p:nvSpPr>
          <p:cNvPr id="3" name="Textplatzhalter 2"/>
          <p:cNvSpPr>
            <a:spLocks noGrp="1"/>
          </p:cNvSpPr>
          <p:nvPr>
            <p:ph type="body" idx="1"/>
          </p:nvPr>
        </p:nvSpPr>
        <p:spPr>
          <a:xfrm>
            <a:off x="269876" y="3254659"/>
            <a:ext cx="8604251" cy="1125140"/>
          </a:xfrm>
        </p:spPr>
        <p:txBody>
          <a:bodyPr anchor="t"/>
          <a:lstStyle>
            <a:lvl1pPr marL="0" indent="0" algn="ctr">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 name="Foliennummernplatzhalter 9"/>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3777053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269876" y="1675136"/>
            <a:ext cx="4225925" cy="2894483"/>
          </a:xfrm>
        </p:spPr>
        <p:txBody>
          <a:bodyPr/>
          <a:lstStyle>
            <a:lvl1pPr marL="0" indent="0">
              <a:buFont typeface="Arial" panose="020B0604020202020204" pitchFamily="34" charse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Inhaltsplatzhalter 3"/>
          <p:cNvSpPr>
            <a:spLocks noGrp="1"/>
          </p:cNvSpPr>
          <p:nvPr>
            <p:ph sz="half" idx="2"/>
          </p:nvPr>
        </p:nvSpPr>
        <p:spPr>
          <a:xfrm>
            <a:off x="4648200" y="1675136"/>
            <a:ext cx="4225925"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1176835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269876"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Inhaltsplatzhalter 3"/>
          <p:cNvSpPr>
            <a:spLocks noGrp="1"/>
          </p:cNvSpPr>
          <p:nvPr>
            <p:ph sz="half" idx="2"/>
          </p:nvPr>
        </p:nvSpPr>
        <p:spPr>
          <a:xfrm>
            <a:off x="6063641"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‹Nr.›</a:t>
            </a:fld>
            <a:endParaRPr lang="de-DE"/>
          </a:p>
        </p:txBody>
      </p:sp>
      <p:sp>
        <p:nvSpPr>
          <p:cNvPr id="11" name="Inhaltsplatzhalter 2"/>
          <p:cNvSpPr>
            <a:spLocks noGrp="1"/>
          </p:cNvSpPr>
          <p:nvPr>
            <p:ph sz="half" idx="13"/>
          </p:nvPr>
        </p:nvSpPr>
        <p:spPr>
          <a:xfrm>
            <a:off x="3166759"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2570532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ns plus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269876" y="1675136"/>
            <a:ext cx="4225925"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Inhaltsplatzhalter 3"/>
          <p:cNvSpPr>
            <a:spLocks noGrp="1"/>
          </p:cNvSpPr>
          <p:nvPr>
            <p:ph sz="half" idx="2"/>
          </p:nvPr>
        </p:nvSpPr>
        <p:spPr>
          <a:xfrm>
            <a:off x="4648200"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‹Nr.›</a:t>
            </a:fld>
            <a:endParaRPr lang="de-DE"/>
          </a:p>
        </p:txBody>
      </p:sp>
      <p:sp>
        <p:nvSpPr>
          <p:cNvPr id="12" name="Inhaltsplatzhalter 3"/>
          <p:cNvSpPr>
            <a:spLocks noGrp="1"/>
          </p:cNvSpPr>
          <p:nvPr>
            <p:ph sz="half" idx="14"/>
          </p:nvPr>
        </p:nvSpPr>
        <p:spPr>
          <a:xfrm>
            <a:off x="464820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588367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Vier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269876"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Inhaltsplatzhalter 3"/>
          <p:cNvSpPr>
            <a:spLocks noGrp="1"/>
          </p:cNvSpPr>
          <p:nvPr>
            <p:ph sz="half" idx="2"/>
          </p:nvPr>
        </p:nvSpPr>
        <p:spPr>
          <a:xfrm>
            <a:off x="4648200"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‹Nr.›</a:t>
            </a:fld>
            <a:endParaRPr lang="de-DE"/>
          </a:p>
        </p:txBody>
      </p:sp>
      <p:sp>
        <p:nvSpPr>
          <p:cNvPr id="11" name="Inhaltsplatzhalter 2"/>
          <p:cNvSpPr>
            <a:spLocks noGrp="1"/>
          </p:cNvSpPr>
          <p:nvPr>
            <p:ph sz="half" idx="13"/>
          </p:nvPr>
        </p:nvSpPr>
        <p:spPr>
          <a:xfrm>
            <a:off x="26498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2" name="Inhaltsplatzhalter 3"/>
          <p:cNvSpPr>
            <a:spLocks noGrp="1"/>
          </p:cNvSpPr>
          <p:nvPr>
            <p:ph sz="half" idx="14"/>
          </p:nvPr>
        </p:nvSpPr>
        <p:spPr>
          <a:xfrm>
            <a:off x="464820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4139163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symmetrisch links">
    <p:spTree>
      <p:nvGrpSpPr>
        <p:cNvPr id="1" name=""/>
        <p:cNvGrpSpPr/>
        <p:nvPr/>
      </p:nvGrpSpPr>
      <p:grpSpPr>
        <a:xfrm>
          <a:off x="0" y="0"/>
          <a:ext cx="0" cy="0"/>
          <a:chOff x="0" y="0"/>
          <a:chExt cx="0" cy="0"/>
        </a:xfrm>
      </p:grpSpPr>
      <p:sp>
        <p:nvSpPr>
          <p:cNvPr id="4" name="Inhaltsplatzhalter 3"/>
          <p:cNvSpPr>
            <a:spLocks noGrp="1"/>
          </p:cNvSpPr>
          <p:nvPr>
            <p:ph sz="half" idx="2"/>
          </p:nvPr>
        </p:nvSpPr>
        <p:spPr>
          <a:xfrm>
            <a:off x="4571999" y="1616700"/>
            <a:ext cx="4300156" cy="2952919"/>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Foliennummernplatzhalter 10"/>
          <p:cNvSpPr>
            <a:spLocks noGrp="1"/>
          </p:cNvSpPr>
          <p:nvPr>
            <p:ph type="sldNum" sz="quarter" idx="12"/>
          </p:nvPr>
        </p:nvSpPr>
        <p:spPr/>
        <p:txBody>
          <a:bodyPr/>
          <a:lstStyle/>
          <a:p>
            <a:fld id="{E68C68F6-CEB4-C040-B3A3-CADDD499EB7C}" type="slidenum">
              <a:rPr lang="de-DE" smtClean="0"/>
              <a:pPr/>
              <a:t>‹Nr.›</a:t>
            </a:fld>
            <a:endParaRPr lang="de-DE"/>
          </a:p>
        </p:txBody>
      </p:sp>
      <p:sp>
        <p:nvSpPr>
          <p:cNvPr id="12" name="Titel 11"/>
          <p:cNvSpPr>
            <a:spLocks noGrp="1"/>
          </p:cNvSpPr>
          <p:nvPr>
            <p:ph type="title"/>
          </p:nvPr>
        </p:nvSpPr>
        <p:spPr>
          <a:xfrm>
            <a:off x="4572000" y="1204233"/>
            <a:ext cx="4300155" cy="412467"/>
          </a:xfrm>
        </p:spPr>
        <p:txBody>
          <a:bodyPr anchor="b">
            <a:noAutofit/>
          </a:bodyPr>
          <a:lstStyle>
            <a:lvl1pPr algn="l">
              <a:defRPr sz="3200"/>
            </a:lvl1pPr>
          </a:lstStyle>
          <a:p>
            <a:r>
              <a:rPr lang="en-US"/>
              <a:t>Click to edit Master title style</a:t>
            </a:r>
            <a:endParaRPr lang="de-AT"/>
          </a:p>
        </p:txBody>
      </p:sp>
      <p:sp>
        <p:nvSpPr>
          <p:cNvPr id="5" name="Bildplatzhalter 4"/>
          <p:cNvSpPr>
            <a:spLocks noGrp="1"/>
          </p:cNvSpPr>
          <p:nvPr>
            <p:ph type="pic" sz="quarter" idx="13"/>
          </p:nvPr>
        </p:nvSpPr>
        <p:spPr>
          <a:xfrm>
            <a:off x="358776" y="1194197"/>
            <a:ext cx="2765425" cy="3375422"/>
          </a:xfrm>
        </p:spPr>
        <p:txBody>
          <a:bodyPr/>
          <a:lstStyle/>
          <a:p>
            <a:r>
              <a:rPr lang="en-US"/>
              <a:t>Click icon to add picture</a:t>
            </a:r>
            <a:endParaRPr lang="de-AT"/>
          </a:p>
        </p:txBody>
      </p:sp>
    </p:spTree>
    <p:extLst>
      <p:ext uri="{BB962C8B-B14F-4D97-AF65-F5344CB8AC3E}">
        <p14:creationId xmlns:p14="http://schemas.microsoft.com/office/powerpoint/2010/main" val="927403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symmetrisch rechts">
    <p:spTree>
      <p:nvGrpSpPr>
        <p:cNvPr id="1" name=""/>
        <p:cNvGrpSpPr/>
        <p:nvPr/>
      </p:nvGrpSpPr>
      <p:grpSpPr>
        <a:xfrm>
          <a:off x="0" y="0"/>
          <a:ext cx="0" cy="0"/>
          <a:chOff x="0" y="0"/>
          <a:chExt cx="0" cy="0"/>
        </a:xfrm>
      </p:grpSpPr>
      <p:sp>
        <p:nvSpPr>
          <p:cNvPr id="4" name="Inhaltsplatzhalter 3"/>
          <p:cNvSpPr>
            <a:spLocks noGrp="1"/>
          </p:cNvSpPr>
          <p:nvPr>
            <p:ph sz="half" idx="2"/>
          </p:nvPr>
        </p:nvSpPr>
        <p:spPr>
          <a:xfrm>
            <a:off x="271845" y="1616700"/>
            <a:ext cx="4300156" cy="2952919"/>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Foliennummernplatzhalter 10"/>
          <p:cNvSpPr>
            <a:spLocks noGrp="1"/>
          </p:cNvSpPr>
          <p:nvPr>
            <p:ph type="sldNum" sz="quarter" idx="12"/>
          </p:nvPr>
        </p:nvSpPr>
        <p:spPr/>
        <p:txBody>
          <a:bodyPr/>
          <a:lstStyle/>
          <a:p>
            <a:fld id="{E68C68F6-CEB4-C040-B3A3-CADDD499EB7C}" type="slidenum">
              <a:rPr lang="de-DE" smtClean="0"/>
              <a:pPr/>
              <a:t>‹Nr.›</a:t>
            </a:fld>
            <a:endParaRPr lang="de-DE"/>
          </a:p>
        </p:txBody>
      </p:sp>
      <p:sp>
        <p:nvSpPr>
          <p:cNvPr id="12" name="Titel 11"/>
          <p:cNvSpPr>
            <a:spLocks noGrp="1"/>
          </p:cNvSpPr>
          <p:nvPr>
            <p:ph type="title"/>
          </p:nvPr>
        </p:nvSpPr>
        <p:spPr>
          <a:xfrm>
            <a:off x="271846" y="1194197"/>
            <a:ext cx="4300155" cy="412467"/>
          </a:xfrm>
        </p:spPr>
        <p:txBody>
          <a:bodyPr anchor="b">
            <a:noAutofit/>
          </a:bodyPr>
          <a:lstStyle>
            <a:lvl1pPr algn="l">
              <a:defRPr sz="3200"/>
            </a:lvl1pPr>
          </a:lstStyle>
          <a:p>
            <a:r>
              <a:rPr lang="en-US"/>
              <a:t>Click to edit Master title style</a:t>
            </a:r>
            <a:endParaRPr lang="de-AT"/>
          </a:p>
        </p:txBody>
      </p:sp>
      <p:sp>
        <p:nvSpPr>
          <p:cNvPr id="5" name="Bildplatzhalter 4"/>
          <p:cNvSpPr>
            <a:spLocks noGrp="1"/>
          </p:cNvSpPr>
          <p:nvPr>
            <p:ph type="pic" sz="quarter" idx="13"/>
          </p:nvPr>
        </p:nvSpPr>
        <p:spPr>
          <a:xfrm>
            <a:off x="6019801" y="1194197"/>
            <a:ext cx="2765425" cy="3375422"/>
          </a:xfrm>
        </p:spPr>
        <p:txBody>
          <a:bodyPr/>
          <a:lstStyle/>
          <a:p>
            <a:r>
              <a:rPr lang="en-US"/>
              <a:t>Click icon to add picture</a:t>
            </a:r>
            <a:endParaRPr lang="de-AT"/>
          </a:p>
        </p:txBody>
      </p:sp>
    </p:spTree>
    <p:extLst>
      <p:ext uri="{BB962C8B-B14F-4D97-AF65-F5344CB8AC3E}">
        <p14:creationId xmlns:p14="http://schemas.microsoft.com/office/powerpoint/2010/main" val="3695608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269875" y="816769"/>
            <a:ext cx="8602280" cy="857250"/>
          </a:xfrm>
        </p:spPr>
        <p:txBody>
          <a:bodyPr/>
          <a:lstStyle>
            <a:lvl1pPr>
              <a:defRPr/>
            </a:lvl1pPr>
          </a:lstStyle>
          <a:p>
            <a:r>
              <a:rPr lang="en-US"/>
              <a:t>Click to edit Master title style</a:t>
            </a:r>
            <a:endParaRPr lang="de-DE"/>
          </a:p>
        </p:txBody>
      </p:sp>
      <p:sp>
        <p:nvSpPr>
          <p:cNvPr id="3" name="Textplatzhalter 2"/>
          <p:cNvSpPr>
            <a:spLocks noGrp="1"/>
          </p:cNvSpPr>
          <p:nvPr>
            <p:ph type="body" idx="1"/>
          </p:nvPr>
        </p:nvSpPr>
        <p:spPr>
          <a:xfrm>
            <a:off x="269876" y="1751750"/>
            <a:ext cx="4227513"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Inhaltsplatzhalter 3"/>
          <p:cNvSpPr>
            <a:spLocks noGrp="1"/>
          </p:cNvSpPr>
          <p:nvPr>
            <p:ph sz="half" idx="2"/>
          </p:nvPr>
        </p:nvSpPr>
        <p:spPr>
          <a:xfrm>
            <a:off x="269876" y="2231572"/>
            <a:ext cx="4227513" cy="233804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platzhalter 4"/>
          <p:cNvSpPr>
            <a:spLocks noGrp="1"/>
          </p:cNvSpPr>
          <p:nvPr>
            <p:ph type="body" sz="quarter" idx="3"/>
          </p:nvPr>
        </p:nvSpPr>
        <p:spPr>
          <a:xfrm>
            <a:off x="4645025" y="1751750"/>
            <a:ext cx="4227130"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Inhaltsplatzhalter 5"/>
          <p:cNvSpPr>
            <a:spLocks noGrp="1"/>
          </p:cNvSpPr>
          <p:nvPr>
            <p:ph sz="quarter" idx="4"/>
          </p:nvPr>
        </p:nvSpPr>
        <p:spPr>
          <a:xfrm>
            <a:off x="4645025" y="2231572"/>
            <a:ext cx="4229100" cy="233804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2" name="Foliennummernplatzhalter 11"/>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1963160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8" name="Foliennummernplatzhalter 7"/>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25033246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264981" y="816769"/>
            <a:ext cx="3200533" cy="901814"/>
          </a:xfrm>
        </p:spPr>
        <p:txBody>
          <a:bodyPr anchor="t"/>
          <a:lstStyle>
            <a:lvl1pPr algn="l">
              <a:defRPr sz="2000" b="1"/>
            </a:lvl1pPr>
          </a:lstStyle>
          <a:p>
            <a:r>
              <a:rPr lang="en-US"/>
              <a:t>Click to edit Master title style</a:t>
            </a:r>
            <a:endParaRPr lang="de-DE"/>
          </a:p>
        </p:txBody>
      </p:sp>
      <p:sp>
        <p:nvSpPr>
          <p:cNvPr id="3" name="Inhaltsplatzhalter 2"/>
          <p:cNvSpPr>
            <a:spLocks noGrp="1"/>
          </p:cNvSpPr>
          <p:nvPr>
            <p:ph idx="1"/>
          </p:nvPr>
        </p:nvSpPr>
        <p:spPr>
          <a:xfrm>
            <a:off x="3575050" y="816769"/>
            <a:ext cx="5297105" cy="3752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platzhalter 3"/>
          <p:cNvSpPr>
            <a:spLocks noGrp="1"/>
          </p:cNvSpPr>
          <p:nvPr>
            <p:ph type="body" sz="half" idx="2"/>
          </p:nvPr>
        </p:nvSpPr>
        <p:spPr>
          <a:xfrm>
            <a:off x="269876" y="1719943"/>
            <a:ext cx="3195638" cy="284967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Foliennummernplatzhalter 9"/>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770722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269876" y="4144565"/>
            <a:ext cx="4302125" cy="425054"/>
          </a:xfrm>
        </p:spPr>
        <p:txBody>
          <a:bodyPr anchor="b"/>
          <a:lstStyle>
            <a:lvl1pPr algn="l">
              <a:defRPr sz="2000" b="1"/>
            </a:lvl1pPr>
          </a:lstStyle>
          <a:p>
            <a:r>
              <a:rPr lang="en-US"/>
              <a:t>Click to edit Master title style</a:t>
            </a:r>
            <a:endParaRPr lang="de-DE"/>
          </a:p>
        </p:txBody>
      </p:sp>
      <p:sp>
        <p:nvSpPr>
          <p:cNvPr id="3" name="Bildplatzhalter 2"/>
          <p:cNvSpPr>
            <a:spLocks noGrp="1"/>
          </p:cNvSpPr>
          <p:nvPr>
            <p:ph type="pic" idx="1"/>
          </p:nvPr>
        </p:nvSpPr>
        <p:spPr>
          <a:xfrm>
            <a:off x="358775" y="816769"/>
            <a:ext cx="8426450" cy="332779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e-DE"/>
          </a:p>
        </p:txBody>
      </p:sp>
      <p:sp>
        <p:nvSpPr>
          <p:cNvPr id="4" name="Textplatzhalter 3"/>
          <p:cNvSpPr>
            <a:spLocks noGrp="1"/>
          </p:cNvSpPr>
          <p:nvPr>
            <p:ph type="body" sz="half" idx="2"/>
          </p:nvPr>
        </p:nvSpPr>
        <p:spPr>
          <a:xfrm>
            <a:off x="4571999" y="4144565"/>
            <a:ext cx="4302125" cy="425054"/>
          </a:xfrm>
        </p:spPr>
        <p:txBody>
          <a:bodyPr anchor="b"/>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Foliennummernplatzhalter 9"/>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2124467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ollbild">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0" y="1194197"/>
            <a:ext cx="9144000" cy="394930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e-DE"/>
          </a:p>
        </p:txBody>
      </p:sp>
    </p:spTree>
    <p:extLst>
      <p:ext uri="{BB962C8B-B14F-4D97-AF65-F5344CB8AC3E}">
        <p14:creationId xmlns:p14="http://schemas.microsoft.com/office/powerpoint/2010/main" val="929202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Vertikaler Textplatzhalt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9" name="Foliennummernplatzhalter 8"/>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1676153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816769"/>
            <a:ext cx="2244725" cy="3752850"/>
          </a:xfrm>
        </p:spPr>
        <p:txBody>
          <a:bodyPr vert="eaVert"/>
          <a:lstStyle/>
          <a:p>
            <a:r>
              <a:rPr lang="en-US"/>
              <a:t>Click to edit Master title style</a:t>
            </a:r>
            <a:endParaRPr lang="de-DE"/>
          </a:p>
        </p:txBody>
      </p:sp>
      <p:sp>
        <p:nvSpPr>
          <p:cNvPr id="3" name="Vertikaler Textplatzhalter 2"/>
          <p:cNvSpPr>
            <a:spLocks noGrp="1"/>
          </p:cNvSpPr>
          <p:nvPr>
            <p:ph type="body" orient="vert" idx="1"/>
          </p:nvPr>
        </p:nvSpPr>
        <p:spPr>
          <a:xfrm>
            <a:off x="269876" y="816769"/>
            <a:ext cx="6207125" cy="3752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9" name="Foliennummernplatzhalter 8"/>
          <p:cNvSpPr>
            <a:spLocks noGrp="1"/>
          </p:cNvSpPr>
          <p:nvPr>
            <p:ph type="sldNum" sz="quarter" idx="12"/>
          </p:nvPr>
        </p:nvSpPr>
        <p:spPr/>
        <p:txBody>
          <a:bodyPr/>
          <a:lstStyle/>
          <a:p>
            <a:fld id="{E68C68F6-CEB4-C040-B3A3-CADDD499EB7C}" type="slidenum">
              <a:rPr lang="de-DE" smtClean="0"/>
              <a:pPr/>
              <a:t>‹Nr.›</a:t>
            </a:fld>
            <a:endParaRPr lang="de-DE"/>
          </a:p>
        </p:txBody>
      </p:sp>
    </p:spTree>
    <p:extLst>
      <p:ext uri="{BB962C8B-B14F-4D97-AF65-F5344CB8AC3E}">
        <p14:creationId xmlns:p14="http://schemas.microsoft.com/office/powerpoint/2010/main" val="1474091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Bild 3" descr="Header_Tuerkis.jpg"/>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0" y="98238"/>
            <a:ext cx="9144000" cy="654460"/>
          </a:xfrm>
          <a:prstGeom prst="rect">
            <a:avLst/>
          </a:prstGeom>
        </p:spPr>
      </p:pic>
      <p:sp>
        <p:nvSpPr>
          <p:cNvPr id="2" name="Titelplatzhalter 1"/>
          <p:cNvSpPr>
            <a:spLocks noGrp="1"/>
          </p:cNvSpPr>
          <p:nvPr>
            <p:ph type="title"/>
          </p:nvPr>
        </p:nvSpPr>
        <p:spPr>
          <a:xfrm>
            <a:off x="269875" y="817886"/>
            <a:ext cx="8602280" cy="857250"/>
          </a:xfrm>
          <a:prstGeom prst="rect">
            <a:avLst/>
          </a:prstGeom>
        </p:spPr>
        <p:txBody>
          <a:bodyPr vert="horz" lIns="91440" tIns="45720" rIns="91440" bIns="45720" rtlCol="0" anchor="b">
            <a:normAutofit/>
          </a:bodyPr>
          <a:lstStyle/>
          <a:p>
            <a:r>
              <a:rPr lang="de-AT"/>
              <a:t>Mastertitelformat bearbeiten</a:t>
            </a:r>
            <a:endParaRPr lang="de-DE"/>
          </a:p>
        </p:txBody>
      </p:sp>
      <p:sp>
        <p:nvSpPr>
          <p:cNvPr id="3" name="Textplatzhalter 2"/>
          <p:cNvSpPr>
            <a:spLocks noGrp="1"/>
          </p:cNvSpPr>
          <p:nvPr>
            <p:ph type="body" idx="1"/>
          </p:nvPr>
        </p:nvSpPr>
        <p:spPr>
          <a:xfrm>
            <a:off x="269875" y="1758043"/>
            <a:ext cx="8604250" cy="2811576"/>
          </a:xfrm>
          <a:prstGeom prst="rect">
            <a:avLst/>
          </a:prstGeom>
        </p:spPr>
        <p:txBody>
          <a:bodyPr vert="horz" lIns="91440" tIns="45720" rIns="91440" bIns="45720" rtlCol="0">
            <a:normAutofit/>
          </a:body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10" name="Textfeld 9"/>
          <p:cNvSpPr txBox="1"/>
          <p:nvPr/>
        </p:nvSpPr>
        <p:spPr>
          <a:xfrm>
            <a:off x="393894" y="217299"/>
            <a:ext cx="6344661" cy="307777"/>
          </a:xfrm>
          <a:prstGeom prst="rect">
            <a:avLst/>
          </a:prstGeom>
          <a:noFill/>
        </p:spPr>
        <p:txBody>
          <a:bodyPr wrap="square" rtlCol="0">
            <a:spAutoFit/>
          </a:bodyPr>
          <a:lstStyle/>
          <a:p>
            <a:r>
              <a:rPr lang="de-AT" sz="1400" cap="all">
                <a:solidFill>
                  <a:schemeClr val="accent1"/>
                </a:solidFill>
                <a:latin typeface="+mn-lt"/>
                <a:cs typeface="Estrangelo Edessa" pitchFamily="66" charset="0"/>
              </a:rPr>
              <a:t>Electronics and Computer Engineering</a:t>
            </a:r>
          </a:p>
        </p:txBody>
      </p:sp>
      <p:sp>
        <p:nvSpPr>
          <p:cNvPr id="13" name="Foliennummernplatzhalter 5"/>
          <p:cNvSpPr>
            <a:spLocks noGrp="1"/>
          </p:cNvSpPr>
          <p:nvPr>
            <p:ph type="sldNum" sz="quarter" idx="4"/>
          </p:nvPr>
        </p:nvSpPr>
        <p:spPr>
          <a:xfrm>
            <a:off x="6738555" y="4767263"/>
            <a:ext cx="2133600" cy="273844"/>
          </a:xfrm>
          <a:prstGeom prst="rect">
            <a:avLst/>
          </a:prstGeom>
        </p:spPr>
        <p:txBody>
          <a:bodyPr vert="horz" lIns="91440" tIns="45720" rIns="91440" bIns="45720" rtlCol="0" anchor="ctr"/>
          <a:lstStyle>
            <a:lvl1pPr algn="r">
              <a:defRPr sz="1000">
                <a:solidFill>
                  <a:schemeClr val="tx1">
                    <a:tint val="75000"/>
                  </a:schemeClr>
                </a:solidFill>
              </a:defRPr>
            </a:lvl1pPr>
          </a:lstStyle>
          <a:p>
            <a:fld id="{E68C68F6-CEB4-C040-B3A3-CADDD499EB7C}" type="slidenum">
              <a:rPr lang="de-DE" smtClean="0"/>
              <a:pPr/>
              <a:t>‹Nr.›</a:t>
            </a:fld>
            <a:endParaRPr lang="de-DE"/>
          </a:p>
        </p:txBody>
      </p:sp>
      <p:cxnSp>
        <p:nvCxnSpPr>
          <p:cNvPr id="14" name="Gerade Verbindung 13"/>
          <p:cNvCxnSpPr/>
          <p:nvPr/>
        </p:nvCxnSpPr>
        <p:spPr>
          <a:xfrm>
            <a:off x="355601" y="4733925"/>
            <a:ext cx="8423275" cy="0"/>
          </a:xfrm>
          <a:prstGeom prst="line">
            <a:avLst/>
          </a:prstGeom>
          <a:ln w="6350" cmpd="sng">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cxnSp>
        <p:nvCxnSpPr>
          <p:cNvPr id="15" name="Gerade Verbindung 13"/>
          <p:cNvCxnSpPr>
            <a:cxnSpLocks/>
          </p:cNvCxnSpPr>
          <p:nvPr/>
        </p:nvCxnSpPr>
        <p:spPr>
          <a:xfrm>
            <a:off x="269874" y="4733925"/>
            <a:ext cx="8604000" cy="0"/>
          </a:xfrm>
          <a:prstGeom prst="line">
            <a:avLst/>
          </a:prstGeom>
          <a:ln w="6350" cmpd="sng">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5" name="Textfeld 4">
            <a:extLst>
              <a:ext uri="{FF2B5EF4-FFF2-40B4-BE49-F238E27FC236}">
                <a16:creationId xmlns:a16="http://schemas.microsoft.com/office/drawing/2014/main" id="{C87073C3-DE51-AC03-9C37-19A28972BB3B}"/>
              </a:ext>
            </a:extLst>
          </p:cNvPr>
          <p:cNvSpPr txBox="1"/>
          <p:nvPr userDrawn="1"/>
        </p:nvSpPr>
        <p:spPr>
          <a:xfrm>
            <a:off x="4202363" y="1127630"/>
            <a:ext cx="4669791" cy="253916"/>
          </a:xfrm>
          <a:prstGeom prst="rect">
            <a:avLst/>
          </a:prstGeom>
          <a:noFill/>
        </p:spPr>
        <p:txBody>
          <a:bodyPr wrap="square" rtlCol="0">
            <a:spAutoFit/>
          </a:bodyPr>
          <a:lstStyle/>
          <a:p>
            <a:endParaRPr lang="de-AT" sz="1050"/>
          </a:p>
        </p:txBody>
      </p:sp>
    </p:spTree>
    <p:extLst>
      <p:ext uri="{BB962C8B-B14F-4D97-AF65-F5344CB8AC3E}">
        <p14:creationId xmlns:p14="http://schemas.microsoft.com/office/powerpoint/2010/main" val="4213348467"/>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8" r:id="rId13"/>
    <p:sldLayoutId id="2147483739" r:id="rId14"/>
    <p:sldLayoutId id="2147483740" r:id="rId15"/>
    <p:sldLayoutId id="2147483741" r:id="rId16"/>
    <p:sldLayoutId id="2147483742" r:id="rId17"/>
  </p:sldLayoutIdLst>
  <p:hf hdr="0"/>
  <p:txStyles>
    <p:titleStyle>
      <a:lvl1pPr algn="l" defTabSz="457200" rtl="0" eaLnBrk="1" latinLnBrk="0" hangingPunct="1">
        <a:spcBef>
          <a:spcPct val="0"/>
        </a:spcBef>
        <a:buNone/>
        <a:defRPr sz="3200" b="1" kern="1200">
          <a:solidFill>
            <a:schemeClr val="tx1"/>
          </a:solidFill>
          <a:latin typeface="+mn-lt"/>
          <a:ea typeface="+mj-ea"/>
          <a:cs typeface="+mj-cs"/>
        </a:defRPr>
      </a:lvl1pPr>
    </p:titleStyle>
    <p:bodyStyle>
      <a:lvl1pPr marL="0" indent="0" algn="l" defTabSz="457200" rtl="0" eaLnBrk="1" latinLnBrk="0" hangingPunct="1">
        <a:spcBef>
          <a:spcPts val="600"/>
        </a:spcBef>
        <a:spcAft>
          <a:spcPts val="0"/>
        </a:spcAft>
        <a:buClr>
          <a:schemeClr val="accent1"/>
        </a:buClr>
        <a:buFont typeface="Arial" panose="020B0604020202020204" pitchFamily="34" charset="0"/>
        <a:buNone/>
        <a:defRPr sz="2400" kern="1200">
          <a:solidFill>
            <a:schemeClr val="tx1"/>
          </a:solidFill>
          <a:latin typeface="+mn-lt"/>
          <a:ea typeface="+mn-ea"/>
          <a:cs typeface="+mn-cs"/>
        </a:defRPr>
      </a:lvl1pPr>
      <a:lvl2pPr marL="457200" indent="0" algn="l" defTabSz="457200" rtl="0" eaLnBrk="1" latinLnBrk="0" hangingPunct="1">
        <a:spcBef>
          <a:spcPts val="0"/>
        </a:spcBef>
        <a:buClr>
          <a:schemeClr val="accent1"/>
        </a:buClr>
        <a:buFont typeface="Arial" panose="020B0604020202020204" pitchFamily="34" charset="0"/>
        <a:buNone/>
        <a:defRPr sz="2400" kern="1200">
          <a:solidFill>
            <a:schemeClr val="tx1"/>
          </a:solidFill>
          <a:latin typeface="+mn-lt"/>
          <a:ea typeface="+mn-ea"/>
          <a:cs typeface="+mn-cs"/>
        </a:defRPr>
      </a:lvl2pPr>
      <a:lvl3pPr marL="914400" indent="0" algn="l" defTabSz="457200" rtl="0" eaLnBrk="1" latinLnBrk="0" hangingPunct="1">
        <a:spcBef>
          <a:spcPts val="0"/>
        </a:spcBef>
        <a:buClr>
          <a:schemeClr val="accent1"/>
        </a:buClr>
        <a:buFont typeface="Arial" panose="020B0604020202020204" pitchFamily="34" charset="0"/>
        <a:buNone/>
        <a:defRPr sz="2000" kern="1200">
          <a:solidFill>
            <a:schemeClr val="tx1"/>
          </a:solidFill>
          <a:latin typeface="+mn-lt"/>
          <a:ea typeface="+mn-ea"/>
          <a:cs typeface="+mn-cs"/>
        </a:defRPr>
      </a:lvl3pPr>
      <a:lvl4pPr marL="1371600" indent="0" algn="l" defTabSz="457200" rtl="0" eaLnBrk="1" latinLnBrk="0" hangingPunct="1">
        <a:spcBef>
          <a:spcPts val="0"/>
        </a:spcBef>
        <a:buClr>
          <a:schemeClr val="accent1"/>
        </a:buClr>
        <a:buFont typeface="Arial" panose="020B0604020202020204" pitchFamily="34" charset="0"/>
        <a:buNone/>
        <a:defRPr sz="2000" kern="1200">
          <a:solidFill>
            <a:schemeClr val="tx1"/>
          </a:solidFill>
          <a:latin typeface="+mn-lt"/>
          <a:ea typeface="+mn-ea"/>
          <a:cs typeface="+mn-cs"/>
        </a:defRPr>
      </a:lvl4pPr>
      <a:lvl5pPr marL="1836000" indent="0" algn="l" defTabSz="457200" rtl="0" eaLnBrk="1" latinLnBrk="0" hangingPunct="1">
        <a:spcBef>
          <a:spcPts val="0"/>
        </a:spcBef>
        <a:buClr>
          <a:schemeClr val="accent1"/>
        </a:buClr>
        <a:buFont typeface="Arial" panose="020B0604020202020204" pitchFamily="34" charset="0"/>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003">
          <p15:clr>
            <a:srgbClr val="F26B43"/>
          </p15:clr>
        </p15:guide>
        <p15:guide id="1" pos="2880">
          <p15:clr>
            <a:srgbClr val="F26B43"/>
          </p15:clr>
        </p15:guide>
        <p15:guide id="2" pos="226">
          <p15:clr>
            <a:srgbClr val="F26B43"/>
          </p15:clr>
        </p15:guide>
        <p15:guide id="3" pos="170">
          <p15:clr>
            <a:srgbClr val="F26B43"/>
          </p15:clr>
        </p15:guide>
        <p15:guide id="4" pos="5534">
          <p15:clr>
            <a:srgbClr val="F26B43"/>
          </p15:clr>
        </p15:guide>
        <p15:guide id="5" pos="5590">
          <p15:clr>
            <a:srgbClr val="F26B43"/>
          </p15:clr>
        </p15:guide>
        <p15:guide id="6" orient="horz" pos="3838">
          <p15:clr>
            <a:srgbClr val="F26B43"/>
          </p15:clr>
        </p15:guide>
        <p15:guide id="7" orient="horz" pos="686">
          <p15:clr>
            <a:srgbClr val="F26B43"/>
          </p15:clr>
        </p15:guide>
        <p15:guide id="8" orient="horz" pos="417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277587" y="1051413"/>
            <a:ext cx="8866413" cy="1102519"/>
          </a:xfrm>
        </p:spPr>
        <p:txBody>
          <a:bodyPr>
            <a:normAutofit/>
          </a:bodyPr>
          <a:lstStyle/>
          <a:p>
            <a:r>
              <a:rPr lang="de-AT" dirty="0"/>
              <a:t>Analog Avengers</a:t>
            </a:r>
          </a:p>
        </p:txBody>
      </p:sp>
      <p:sp>
        <p:nvSpPr>
          <p:cNvPr id="3" name="Untertitel 2"/>
          <p:cNvSpPr>
            <a:spLocks noGrp="1"/>
          </p:cNvSpPr>
          <p:nvPr>
            <p:ph type="subTitle" idx="1"/>
          </p:nvPr>
        </p:nvSpPr>
        <p:spPr>
          <a:xfrm>
            <a:off x="277587" y="3349398"/>
            <a:ext cx="8596539" cy="1314450"/>
          </a:xfrm>
        </p:spPr>
        <p:txBody>
          <a:bodyPr>
            <a:normAutofit/>
          </a:bodyPr>
          <a:lstStyle/>
          <a:p>
            <a:r>
              <a:rPr lang="de-AT" dirty="0"/>
              <a:t>Fabian Eingang, </a:t>
            </a:r>
            <a:r>
              <a:rPr lang="de-AT" dirty="0" err="1"/>
              <a:t>BSc</a:t>
            </a:r>
            <a:br>
              <a:rPr lang="de-AT" dirty="0"/>
            </a:br>
            <a:r>
              <a:rPr lang="de-AT" dirty="0"/>
              <a:t>Thomas Kotschnig, </a:t>
            </a:r>
            <a:r>
              <a:rPr lang="de-AT" dirty="0" err="1"/>
              <a:t>BSc</a:t>
            </a:r>
            <a:br>
              <a:rPr lang="de-AT" dirty="0"/>
            </a:br>
            <a:r>
              <a:rPr lang="de-AT" dirty="0"/>
              <a:t>Ing. Matthias Krenn, </a:t>
            </a:r>
            <a:r>
              <a:rPr lang="de-AT" dirty="0" err="1"/>
              <a:t>BSc</a:t>
            </a:r>
            <a:endParaRPr lang="en-AT" dirty="0"/>
          </a:p>
        </p:txBody>
      </p:sp>
      <p:sp>
        <p:nvSpPr>
          <p:cNvPr id="7" name="Untertitel 2">
            <a:extLst>
              <a:ext uri="{FF2B5EF4-FFF2-40B4-BE49-F238E27FC236}">
                <a16:creationId xmlns:a16="http://schemas.microsoft.com/office/drawing/2014/main" id="{39A61031-218B-DE66-72A5-5E561F52B418}"/>
              </a:ext>
            </a:extLst>
          </p:cNvPr>
          <p:cNvSpPr txBox="1">
            <a:spLocks/>
          </p:cNvSpPr>
          <p:nvPr/>
        </p:nvSpPr>
        <p:spPr>
          <a:xfrm>
            <a:off x="277587" y="1136877"/>
            <a:ext cx="8596539" cy="1314450"/>
          </a:xfrm>
          <a:prstGeom prst="rect">
            <a:avLst/>
          </a:prstGeom>
        </p:spPr>
        <p:txBody>
          <a:bodyPr vert="horz" lIns="91440" tIns="45720" rIns="91440" bIns="45720" rtlCol="0" anchor="b">
            <a:normAutofit/>
          </a:bodyPr>
          <a:lstStyle>
            <a:lvl1pPr marL="0" indent="0" algn="l" defTabSz="457200" rtl="0" eaLnBrk="1" latinLnBrk="0" hangingPunct="1">
              <a:spcBef>
                <a:spcPts val="600"/>
              </a:spcBef>
              <a:spcAft>
                <a:spcPts val="0"/>
              </a:spcAft>
              <a:buClr>
                <a:schemeClr val="accent1"/>
              </a:buClr>
              <a:buFont typeface="Arial" panose="020B0604020202020204" pitchFamily="34" charset="0"/>
              <a:buNone/>
              <a:defRPr sz="2400" kern="1200">
                <a:solidFill>
                  <a:schemeClr val="bg2"/>
                </a:solidFill>
                <a:latin typeface="+mn-lt"/>
                <a:ea typeface="+mn-ea"/>
                <a:cs typeface="+mn-cs"/>
              </a:defRPr>
            </a:lvl1pPr>
            <a:lvl2pPr marL="457200" indent="0" algn="ctr" defTabSz="457200" rtl="0" eaLnBrk="1" latinLnBrk="0" hangingPunct="1">
              <a:spcBef>
                <a:spcPts val="0"/>
              </a:spcBef>
              <a:buClr>
                <a:schemeClr val="accent1"/>
              </a:buClr>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457200" rtl="0" eaLnBrk="1" latinLnBrk="0" hangingPunct="1">
              <a:spcBef>
                <a:spcPts val="0"/>
              </a:spcBef>
              <a:buClr>
                <a:schemeClr val="accent1"/>
              </a:buClr>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457200" rtl="0" eaLnBrk="1" latinLnBrk="0" hangingPunct="1">
              <a:spcBef>
                <a:spcPts val="0"/>
              </a:spcBef>
              <a:buClr>
                <a:schemeClr val="accent1"/>
              </a:buClr>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457200" rtl="0" eaLnBrk="1" latinLnBrk="0" hangingPunct="1">
              <a:spcBef>
                <a:spcPts val="0"/>
              </a:spcBef>
              <a:buClr>
                <a:schemeClr val="accent1"/>
              </a:buClr>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de-AT"/>
              <a:t>Data Analysis</a:t>
            </a:r>
          </a:p>
        </p:txBody>
      </p:sp>
    </p:spTree>
    <p:extLst>
      <p:ext uri="{BB962C8B-B14F-4D97-AF65-F5344CB8AC3E}">
        <p14:creationId xmlns:p14="http://schemas.microsoft.com/office/powerpoint/2010/main" val="3537182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6E6F-3B2F-AA0D-15A8-2C01BF0A847F}"/>
              </a:ext>
            </a:extLst>
          </p:cNvPr>
          <p:cNvSpPr>
            <a:spLocks noGrp="1"/>
          </p:cNvSpPr>
          <p:nvPr>
            <p:ph type="title"/>
          </p:nvPr>
        </p:nvSpPr>
        <p:spPr/>
        <p:txBody>
          <a:bodyPr/>
          <a:lstStyle/>
          <a:p>
            <a:r>
              <a:rPr lang="en-GB"/>
              <a:t>Dataset description</a:t>
            </a:r>
            <a:endParaRPr lang="en-AT"/>
          </a:p>
        </p:txBody>
      </p:sp>
      <p:sp>
        <p:nvSpPr>
          <p:cNvPr id="3" name="Text Placeholder 2">
            <a:extLst>
              <a:ext uri="{FF2B5EF4-FFF2-40B4-BE49-F238E27FC236}">
                <a16:creationId xmlns:a16="http://schemas.microsoft.com/office/drawing/2014/main" id="{E08A4041-FF15-FBE5-4806-4F8F7203C44C}"/>
              </a:ext>
            </a:extLst>
          </p:cNvPr>
          <p:cNvSpPr>
            <a:spLocks noGrp="1"/>
          </p:cNvSpPr>
          <p:nvPr>
            <p:ph type="body" idx="1"/>
          </p:nvPr>
        </p:nvSpPr>
        <p:spPr/>
        <p:txBody>
          <a:bodyPr/>
          <a:lstStyle/>
          <a:p>
            <a:endParaRPr lang="en-AT"/>
          </a:p>
        </p:txBody>
      </p:sp>
      <p:sp>
        <p:nvSpPr>
          <p:cNvPr id="4" name="Date Placeholder 3">
            <a:extLst>
              <a:ext uri="{FF2B5EF4-FFF2-40B4-BE49-F238E27FC236}">
                <a16:creationId xmlns:a16="http://schemas.microsoft.com/office/drawing/2014/main" id="{98890583-ACE5-E120-64E6-EFBEF7C727BE}"/>
              </a:ext>
            </a:extLst>
          </p:cNvPr>
          <p:cNvSpPr>
            <a:spLocks noGrp="1"/>
          </p:cNvSpPr>
          <p:nvPr>
            <p:ph type="dt" sz="half" idx="10"/>
          </p:nvPr>
        </p:nvSpPr>
        <p:spPr/>
        <p:txBody>
          <a:bodyPr/>
          <a:lstStyle/>
          <a:p>
            <a:endParaRPr lang="de-DE"/>
          </a:p>
        </p:txBody>
      </p:sp>
      <p:sp>
        <p:nvSpPr>
          <p:cNvPr id="5" name="Footer Placeholder 4">
            <a:extLst>
              <a:ext uri="{FF2B5EF4-FFF2-40B4-BE49-F238E27FC236}">
                <a16:creationId xmlns:a16="http://schemas.microsoft.com/office/drawing/2014/main" id="{1FFD4C34-16F1-4BD5-E515-0D5940C193B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828B9707-9BCD-43C0-9B7B-9F8E5745BE6A}"/>
              </a:ext>
            </a:extLst>
          </p:cNvPr>
          <p:cNvSpPr>
            <a:spLocks noGrp="1"/>
          </p:cNvSpPr>
          <p:nvPr>
            <p:ph type="sldNum" sz="quarter" idx="12"/>
          </p:nvPr>
        </p:nvSpPr>
        <p:spPr/>
        <p:txBody>
          <a:bodyPr/>
          <a:lstStyle/>
          <a:p>
            <a:fld id="{E68C68F6-CEB4-C040-B3A3-CADDD499EB7C}" type="slidenum">
              <a:rPr lang="de-DE" smtClean="0"/>
              <a:pPr/>
              <a:t>2</a:t>
            </a:fld>
            <a:endParaRPr lang="de-DE"/>
          </a:p>
        </p:txBody>
      </p:sp>
    </p:spTree>
    <p:extLst>
      <p:ext uri="{BB962C8B-B14F-4D97-AF65-F5344CB8AC3E}">
        <p14:creationId xmlns:p14="http://schemas.microsoft.com/office/powerpoint/2010/main" val="1893159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A9867E1A-1323-8C0C-DEE2-9E4B03CD4483}"/>
              </a:ext>
            </a:extLst>
          </p:cNvPr>
          <p:cNvSpPr>
            <a:spLocks noGrp="1"/>
          </p:cNvSpPr>
          <p:nvPr>
            <p:ph sz="half" idx="2"/>
          </p:nvPr>
        </p:nvSpPr>
        <p:spPr/>
        <p:txBody>
          <a:bodyPr/>
          <a:lstStyle/>
          <a:p>
            <a:pPr marL="342900" indent="-342900">
              <a:buFont typeface="Arial" panose="020B0604020202020204" pitchFamily="34" charset="0"/>
              <a:buChar char="•"/>
            </a:pPr>
            <a:r>
              <a:rPr lang="de-AT" err="1"/>
              <a:t>From</a:t>
            </a:r>
            <a:r>
              <a:rPr lang="de-AT"/>
              <a:t> </a:t>
            </a:r>
            <a:r>
              <a:rPr lang="de-AT" err="1"/>
              <a:t>Kaggle</a:t>
            </a:r>
            <a:endParaRPr lang="de-AT"/>
          </a:p>
          <a:p>
            <a:pPr marL="342900" indent="-342900">
              <a:buFont typeface="Arial" panose="020B0604020202020204" pitchFamily="34" charset="0"/>
              <a:buChar char="•"/>
            </a:pPr>
            <a:r>
              <a:rPr lang="de-AT"/>
              <a:t>&gt; 100k </a:t>
            </a:r>
            <a:r>
              <a:rPr lang="de-AT" err="1"/>
              <a:t>entries</a:t>
            </a:r>
            <a:endParaRPr lang="de-AT"/>
          </a:p>
          <a:p>
            <a:pPr marL="342900" indent="-342900">
              <a:buFont typeface="Arial" panose="020B0604020202020204" pitchFamily="34" charset="0"/>
              <a:buChar char="•"/>
            </a:pPr>
            <a:r>
              <a:rPr lang="de-AT"/>
              <a:t>18 </a:t>
            </a:r>
            <a:r>
              <a:rPr lang="de-AT" err="1"/>
              <a:t>columns</a:t>
            </a:r>
            <a:endParaRPr lang="de-AT"/>
          </a:p>
          <a:p>
            <a:pPr marL="342900" indent="-342900">
              <a:buFont typeface="Arial" panose="020B0604020202020204" pitchFamily="34" charset="0"/>
              <a:buChar char="•"/>
            </a:pPr>
            <a:r>
              <a:rPr lang="de-AT"/>
              <a:t>Ranging </a:t>
            </a:r>
            <a:r>
              <a:rPr lang="de-AT" err="1"/>
              <a:t>from</a:t>
            </a:r>
            <a:r>
              <a:rPr lang="de-AT"/>
              <a:t> 2011 </a:t>
            </a:r>
            <a:r>
              <a:rPr lang="de-AT" err="1"/>
              <a:t>to</a:t>
            </a:r>
            <a:r>
              <a:rPr lang="de-AT"/>
              <a:t> 2016</a:t>
            </a:r>
          </a:p>
          <a:p>
            <a:pPr marL="342900" indent="-342900">
              <a:buFont typeface="Arial" panose="020B0604020202020204" pitchFamily="34" charset="0"/>
              <a:buChar char="•"/>
            </a:pPr>
            <a:r>
              <a:rPr lang="de-AT"/>
              <a:t>6 different countries</a:t>
            </a:r>
          </a:p>
          <a:p>
            <a:pPr marL="342900" indent="-342900">
              <a:buFont typeface="Arial" panose="020B0604020202020204" pitchFamily="34" charset="0"/>
              <a:buChar char="•"/>
            </a:pPr>
            <a:endParaRPr lang="de-AT"/>
          </a:p>
        </p:txBody>
      </p:sp>
      <p:sp>
        <p:nvSpPr>
          <p:cNvPr id="3" name="Foliennummernplatzhalter 2">
            <a:extLst>
              <a:ext uri="{FF2B5EF4-FFF2-40B4-BE49-F238E27FC236}">
                <a16:creationId xmlns:a16="http://schemas.microsoft.com/office/drawing/2014/main" id="{C2AEF668-1B66-96A4-A25D-CCF618DF4E7A}"/>
              </a:ext>
            </a:extLst>
          </p:cNvPr>
          <p:cNvSpPr>
            <a:spLocks noGrp="1"/>
          </p:cNvSpPr>
          <p:nvPr>
            <p:ph type="sldNum" sz="quarter" idx="12"/>
          </p:nvPr>
        </p:nvSpPr>
        <p:spPr/>
        <p:txBody>
          <a:bodyPr/>
          <a:lstStyle/>
          <a:p>
            <a:fld id="{E68C68F6-CEB4-C040-B3A3-CADDD499EB7C}" type="slidenum">
              <a:rPr lang="de-DE" smtClean="0"/>
              <a:pPr/>
              <a:t>3</a:t>
            </a:fld>
            <a:endParaRPr lang="de-DE"/>
          </a:p>
        </p:txBody>
      </p:sp>
      <p:sp>
        <p:nvSpPr>
          <p:cNvPr id="4" name="Titel 3">
            <a:extLst>
              <a:ext uri="{FF2B5EF4-FFF2-40B4-BE49-F238E27FC236}">
                <a16:creationId xmlns:a16="http://schemas.microsoft.com/office/drawing/2014/main" id="{5181F1F0-F61D-912E-02AD-1EF94CC6B31A}"/>
              </a:ext>
            </a:extLst>
          </p:cNvPr>
          <p:cNvSpPr>
            <a:spLocks noGrp="1"/>
          </p:cNvSpPr>
          <p:nvPr>
            <p:ph type="title"/>
          </p:nvPr>
        </p:nvSpPr>
        <p:spPr/>
        <p:txBody>
          <a:bodyPr/>
          <a:lstStyle/>
          <a:p>
            <a:r>
              <a:rPr lang="de-AT"/>
              <a:t>Bike </a:t>
            </a:r>
            <a:r>
              <a:rPr lang="de-AT" err="1"/>
              <a:t>sales</a:t>
            </a:r>
            <a:r>
              <a:rPr lang="de-AT"/>
              <a:t> in Europe</a:t>
            </a:r>
          </a:p>
        </p:txBody>
      </p:sp>
      <p:pic>
        <p:nvPicPr>
          <p:cNvPr id="1028" name="Picture 4">
            <a:extLst>
              <a:ext uri="{FF2B5EF4-FFF2-40B4-BE49-F238E27FC236}">
                <a16:creationId xmlns:a16="http://schemas.microsoft.com/office/drawing/2014/main" id="{5940C76E-AA48-8535-0BE7-145D40D415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8335"/>
          <a:stretch>
            <a:fillRect/>
          </a:stretch>
        </p:blipFill>
        <p:spPr bwMode="auto">
          <a:xfrm>
            <a:off x="4459526" y="1194197"/>
            <a:ext cx="4412628" cy="344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597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D48F1-FE0E-D0C8-D719-F677E562A5E0}"/>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578E219A-B71E-631C-D005-C6FB70A4FD61}"/>
              </a:ext>
            </a:extLst>
          </p:cNvPr>
          <p:cNvSpPr>
            <a:spLocks noGrp="1"/>
          </p:cNvSpPr>
          <p:nvPr>
            <p:ph sz="half" idx="2"/>
          </p:nvPr>
        </p:nvSpPr>
        <p:spPr>
          <a:xfrm>
            <a:off x="271845" y="1616701"/>
            <a:ext cx="2608516" cy="3077220"/>
          </a:xfrm>
        </p:spPr>
        <p:txBody>
          <a:bodyPr>
            <a:normAutofit fontScale="62500" lnSpcReduction="20000"/>
          </a:bodyPr>
          <a:lstStyle/>
          <a:p>
            <a:pPr marL="342900" indent="-342900">
              <a:buFont typeface="Arial" panose="020B0604020202020204" pitchFamily="34" charset="0"/>
              <a:buChar char="•"/>
            </a:pPr>
            <a:r>
              <a:rPr lang="en-US"/>
              <a:t>Date</a:t>
            </a:r>
          </a:p>
          <a:p>
            <a:pPr marL="342900" indent="-342900">
              <a:buFont typeface="Arial" panose="020B0604020202020204" pitchFamily="34" charset="0"/>
              <a:buChar char="•"/>
            </a:pPr>
            <a:r>
              <a:rPr lang="en-US"/>
              <a:t>Day</a:t>
            </a:r>
          </a:p>
          <a:p>
            <a:pPr marL="342900" indent="-342900">
              <a:buFont typeface="Arial" panose="020B0604020202020204" pitchFamily="34" charset="0"/>
              <a:buChar char="•"/>
            </a:pPr>
            <a:r>
              <a:rPr lang="en-US"/>
              <a:t>Month</a:t>
            </a:r>
          </a:p>
          <a:p>
            <a:pPr marL="342900" indent="-342900">
              <a:buFont typeface="Arial" panose="020B0604020202020204" pitchFamily="34" charset="0"/>
              <a:buChar char="•"/>
            </a:pPr>
            <a:r>
              <a:rPr lang="en-US"/>
              <a:t>Year</a:t>
            </a:r>
          </a:p>
          <a:p>
            <a:pPr marL="342900" indent="-342900">
              <a:buFont typeface="Arial" panose="020B0604020202020204" pitchFamily="34" charset="0"/>
              <a:buChar char="•"/>
            </a:pPr>
            <a:r>
              <a:rPr lang="en-US" err="1"/>
              <a:t>Customer_Age</a:t>
            </a:r>
            <a:endParaRPr lang="en-US"/>
          </a:p>
          <a:p>
            <a:pPr marL="342900" indent="-342900">
              <a:buFont typeface="Arial" panose="020B0604020202020204" pitchFamily="34" charset="0"/>
              <a:buChar char="•"/>
            </a:pPr>
            <a:r>
              <a:rPr lang="en-US" err="1"/>
              <a:t>Age_Group</a:t>
            </a:r>
            <a:endParaRPr lang="en-US"/>
          </a:p>
          <a:p>
            <a:pPr marL="342900" indent="-342900">
              <a:buFont typeface="Arial" panose="020B0604020202020204" pitchFamily="34" charset="0"/>
              <a:buChar char="•"/>
            </a:pPr>
            <a:r>
              <a:rPr lang="en-US" err="1"/>
              <a:t>Customer_Gender</a:t>
            </a:r>
            <a:endParaRPr lang="en-US"/>
          </a:p>
          <a:p>
            <a:pPr marL="342900" indent="-342900">
              <a:buFont typeface="Arial" panose="020B0604020202020204" pitchFamily="34" charset="0"/>
              <a:buChar char="•"/>
            </a:pPr>
            <a:r>
              <a:rPr lang="en-US"/>
              <a:t>Country</a:t>
            </a:r>
          </a:p>
          <a:p>
            <a:pPr marL="342900" indent="-342900">
              <a:buFont typeface="Arial" panose="020B0604020202020204" pitchFamily="34" charset="0"/>
              <a:buChar char="•"/>
            </a:pPr>
            <a:r>
              <a:rPr lang="en-US"/>
              <a:t>State</a:t>
            </a:r>
          </a:p>
          <a:p>
            <a:pPr marL="342900" indent="-342900">
              <a:buFont typeface="Arial" panose="020B0604020202020204" pitchFamily="34" charset="0"/>
              <a:buChar char="•"/>
            </a:pPr>
            <a:r>
              <a:rPr lang="en-US" err="1"/>
              <a:t>Product_Category</a:t>
            </a:r>
            <a:endParaRPr lang="en-US"/>
          </a:p>
          <a:p>
            <a:pPr marL="342900" indent="-342900">
              <a:buFont typeface="Arial" panose="020B0604020202020204" pitchFamily="34" charset="0"/>
              <a:buChar char="•"/>
            </a:pPr>
            <a:r>
              <a:rPr lang="en-US" err="1"/>
              <a:t>Sub_Category</a:t>
            </a:r>
            <a:endParaRPr lang="en-US"/>
          </a:p>
          <a:p>
            <a:pPr marL="342900" indent="-342900">
              <a:buFont typeface="Arial" panose="020B0604020202020204" pitchFamily="34" charset="0"/>
              <a:buChar char="•"/>
            </a:pPr>
            <a:endParaRPr lang="en-US"/>
          </a:p>
        </p:txBody>
      </p:sp>
      <p:sp>
        <p:nvSpPr>
          <p:cNvPr id="3" name="Foliennummernplatzhalter 2">
            <a:extLst>
              <a:ext uri="{FF2B5EF4-FFF2-40B4-BE49-F238E27FC236}">
                <a16:creationId xmlns:a16="http://schemas.microsoft.com/office/drawing/2014/main" id="{CF8AE9C3-5D24-72EF-D9C6-7FB024383962}"/>
              </a:ext>
            </a:extLst>
          </p:cNvPr>
          <p:cNvSpPr>
            <a:spLocks noGrp="1"/>
          </p:cNvSpPr>
          <p:nvPr>
            <p:ph type="sldNum" sz="quarter" idx="12"/>
          </p:nvPr>
        </p:nvSpPr>
        <p:spPr/>
        <p:txBody>
          <a:bodyPr/>
          <a:lstStyle/>
          <a:p>
            <a:fld id="{E68C68F6-CEB4-C040-B3A3-CADDD499EB7C}" type="slidenum">
              <a:rPr lang="de-DE" smtClean="0"/>
              <a:pPr/>
              <a:t>4</a:t>
            </a:fld>
            <a:endParaRPr lang="de-DE"/>
          </a:p>
        </p:txBody>
      </p:sp>
      <p:sp>
        <p:nvSpPr>
          <p:cNvPr id="4" name="Titel 3">
            <a:extLst>
              <a:ext uri="{FF2B5EF4-FFF2-40B4-BE49-F238E27FC236}">
                <a16:creationId xmlns:a16="http://schemas.microsoft.com/office/drawing/2014/main" id="{5B31A583-6935-63AA-23A6-D461F7293562}"/>
              </a:ext>
            </a:extLst>
          </p:cNvPr>
          <p:cNvSpPr>
            <a:spLocks noGrp="1"/>
          </p:cNvSpPr>
          <p:nvPr>
            <p:ph type="title"/>
          </p:nvPr>
        </p:nvSpPr>
        <p:spPr/>
        <p:txBody>
          <a:bodyPr/>
          <a:lstStyle/>
          <a:p>
            <a:r>
              <a:rPr lang="de-AT"/>
              <a:t>Basic Analysis</a:t>
            </a:r>
          </a:p>
        </p:txBody>
      </p:sp>
      <p:pic>
        <p:nvPicPr>
          <p:cNvPr id="8" name="Grafik 7" descr="Ein Bild, das Karte, Atlas, Text enthält.&#10;&#10;KI-generierte Inhalte können fehlerhaft sein.">
            <a:extLst>
              <a:ext uri="{FF2B5EF4-FFF2-40B4-BE49-F238E27FC236}">
                <a16:creationId xmlns:a16="http://schemas.microsoft.com/office/drawing/2014/main" id="{B094574A-32F1-1C68-4C6C-4BB7035D3A3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506400" y="1324373"/>
            <a:ext cx="5135355" cy="3312807"/>
          </a:xfrm>
          <a:prstGeom prst="rect">
            <a:avLst/>
          </a:prstGeom>
        </p:spPr>
      </p:pic>
      <p:sp>
        <p:nvSpPr>
          <p:cNvPr id="9" name="Inhaltsplatzhalter 1">
            <a:extLst>
              <a:ext uri="{FF2B5EF4-FFF2-40B4-BE49-F238E27FC236}">
                <a16:creationId xmlns:a16="http://schemas.microsoft.com/office/drawing/2014/main" id="{C7E7948D-0DEC-0743-F9AD-93614B790CDD}"/>
              </a:ext>
            </a:extLst>
          </p:cNvPr>
          <p:cNvSpPr txBox="1">
            <a:spLocks/>
          </p:cNvSpPr>
          <p:nvPr/>
        </p:nvSpPr>
        <p:spPr>
          <a:xfrm>
            <a:off x="2421923" y="1617962"/>
            <a:ext cx="2705101" cy="3312807"/>
          </a:xfrm>
          <a:prstGeom prst="rect">
            <a:avLst/>
          </a:prstGeom>
        </p:spPr>
        <p:txBody>
          <a:bodyPr vert="horz" lIns="91440" tIns="45720" rIns="91440" bIns="45720" rtlCol="0">
            <a:normAutofit/>
          </a:bodyPr>
          <a:lstStyle>
            <a:lvl1pPr marL="0" indent="0" algn="l" defTabSz="457200" rtl="0" eaLnBrk="1" latinLnBrk="0" hangingPunct="1">
              <a:spcBef>
                <a:spcPts val="600"/>
              </a:spcBef>
              <a:spcAft>
                <a:spcPts val="0"/>
              </a:spcAft>
              <a:buClr>
                <a:schemeClr val="accent1"/>
              </a:buClr>
              <a:buFont typeface="Arial" panose="020B0604020202020204" pitchFamily="34" charset="0"/>
              <a:buNone/>
              <a:defRPr sz="2400" kern="1200">
                <a:solidFill>
                  <a:schemeClr val="tx1"/>
                </a:solidFill>
                <a:latin typeface="+mn-lt"/>
                <a:ea typeface="+mn-ea"/>
                <a:cs typeface="+mn-cs"/>
              </a:defRPr>
            </a:lvl1pPr>
            <a:lvl2pPr marL="457200" indent="0" algn="l" defTabSz="457200" rtl="0" eaLnBrk="1" latinLnBrk="0" hangingPunct="1">
              <a:spcBef>
                <a:spcPts val="0"/>
              </a:spcBef>
              <a:buClr>
                <a:schemeClr val="accent1"/>
              </a:buClr>
              <a:buFont typeface="Arial" panose="020B0604020202020204" pitchFamily="34" charset="0"/>
              <a:buNone/>
              <a:defRPr sz="2400" kern="1200">
                <a:solidFill>
                  <a:schemeClr val="tx1"/>
                </a:solidFill>
                <a:latin typeface="+mn-lt"/>
                <a:ea typeface="+mn-ea"/>
                <a:cs typeface="+mn-cs"/>
              </a:defRPr>
            </a:lvl2pPr>
            <a:lvl3pPr marL="914400" indent="0" algn="l" defTabSz="457200" rtl="0" eaLnBrk="1" latinLnBrk="0" hangingPunct="1">
              <a:spcBef>
                <a:spcPts val="0"/>
              </a:spcBef>
              <a:buClr>
                <a:schemeClr val="accent1"/>
              </a:buClr>
              <a:buFont typeface="Arial" panose="020B0604020202020204" pitchFamily="34" charset="0"/>
              <a:buNone/>
              <a:defRPr sz="2000" kern="1200">
                <a:solidFill>
                  <a:schemeClr val="tx1"/>
                </a:solidFill>
                <a:latin typeface="+mn-lt"/>
                <a:ea typeface="+mn-ea"/>
                <a:cs typeface="+mn-cs"/>
              </a:defRPr>
            </a:lvl3pPr>
            <a:lvl4pPr marL="1371600" indent="0" algn="l" defTabSz="457200" rtl="0" eaLnBrk="1" latinLnBrk="0" hangingPunct="1">
              <a:spcBef>
                <a:spcPts val="0"/>
              </a:spcBef>
              <a:buClr>
                <a:schemeClr val="accent1"/>
              </a:buClr>
              <a:buFont typeface="Arial" panose="020B0604020202020204" pitchFamily="34" charset="0"/>
              <a:buNone/>
              <a:defRPr sz="1800" kern="1200">
                <a:solidFill>
                  <a:schemeClr val="tx1"/>
                </a:solidFill>
                <a:latin typeface="+mn-lt"/>
                <a:ea typeface="+mn-ea"/>
                <a:cs typeface="+mn-cs"/>
              </a:defRPr>
            </a:lvl4pPr>
            <a:lvl5pPr marL="1836000" indent="0" algn="l" defTabSz="457200" rtl="0" eaLnBrk="1" latinLnBrk="0" hangingPunct="1">
              <a:spcBef>
                <a:spcPts val="0"/>
              </a:spcBef>
              <a:buClr>
                <a:schemeClr val="accent1"/>
              </a:buClr>
              <a:buFont typeface="Arial" panose="020B0604020202020204" pitchFamily="34" charset="0"/>
              <a:buNone/>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500"/>
              <a:t>Product</a:t>
            </a:r>
          </a:p>
          <a:p>
            <a:pPr marL="342900" indent="-342900">
              <a:buFont typeface="Arial" panose="020B0604020202020204" pitchFamily="34" charset="0"/>
              <a:buChar char="•"/>
            </a:pPr>
            <a:r>
              <a:rPr lang="en-US" sz="1500" err="1"/>
              <a:t>Order_Quantity</a:t>
            </a:r>
            <a:endParaRPr lang="en-US" sz="1500"/>
          </a:p>
          <a:p>
            <a:pPr marL="342900" indent="-342900">
              <a:buFont typeface="Arial" panose="020B0604020202020204" pitchFamily="34" charset="0"/>
              <a:buChar char="•"/>
            </a:pPr>
            <a:r>
              <a:rPr lang="en-US" sz="1500" err="1"/>
              <a:t>Unit_Cost</a:t>
            </a:r>
            <a:endParaRPr lang="en-US" sz="1500"/>
          </a:p>
          <a:p>
            <a:pPr marL="342900" indent="-342900">
              <a:buFont typeface="Arial" panose="020B0604020202020204" pitchFamily="34" charset="0"/>
              <a:buChar char="•"/>
            </a:pPr>
            <a:r>
              <a:rPr lang="en-US" sz="1500" err="1"/>
              <a:t>Unit_Price</a:t>
            </a:r>
            <a:endParaRPr lang="en-US" sz="1500"/>
          </a:p>
          <a:p>
            <a:pPr marL="342900" indent="-342900">
              <a:buFont typeface="Arial" panose="020B0604020202020204" pitchFamily="34" charset="0"/>
              <a:buChar char="•"/>
            </a:pPr>
            <a:r>
              <a:rPr lang="en-US" sz="1500"/>
              <a:t>Profit</a:t>
            </a:r>
          </a:p>
          <a:p>
            <a:pPr marL="342900" indent="-342900">
              <a:buFont typeface="Arial" panose="020B0604020202020204" pitchFamily="34" charset="0"/>
              <a:buChar char="•"/>
            </a:pPr>
            <a:r>
              <a:rPr lang="en-US" sz="1500"/>
              <a:t>Cost</a:t>
            </a:r>
          </a:p>
          <a:p>
            <a:pPr marL="342900" indent="-342900">
              <a:buFont typeface="Arial" panose="020B0604020202020204" pitchFamily="34" charset="0"/>
              <a:buChar char="•"/>
            </a:pPr>
            <a:r>
              <a:rPr lang="en-US" sz="1500"/>
              <a:t>Revenue</a:t>
            </a:r>
            <a:endParaRPr lang="de-AT" sz="1500"/>
          </a:p>
        </p:txBody>
      </p:sp>
    </p:spTree>
    <p:extLst>
      <p:ext uri="{BB962C8B-B14F-4D97-AF65-F5344CB8AC3E}">
        <p14:creationId xmlns:p14="http://schemas.microsoft.com/office/powerpoint/2010/main" val="2085545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F5257-F411-8798-856C-55A9C2BCEA56}"/>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BA203B7C-D21F-A3E3-1248-6C4FED5E920C}"/>
              </a:ext>
            </a:extLst>
          </p:cNvPr>
          <p:cNvSpPr>
            <a:spLocks noGrp="1"/>
          </p:cNvSpPr>
          <p:nvPr>
            <p:ph type="sldNum" sz="quarter" idx="12"/>
          </p:nvPr>
        </p:nvSpPr>
        <p:spPr/>
        <p:txBody>
          <a:bodyPr/>
          <a:lstStyle/>
          <a:p>
            <a:fld id="{E68C68F6-CEB4-C040-B3A3-CADDD499EB7C}" type="slidenum">
              <a:rPr lang="de-DE" smtClean="0"/>
              <a:pPr/>
              <a:t>5</a:t>
            </a:fld>
            <a:endParaRPr lang="de-DE"/>
          </a:p>
        </p:txBody>
      </p:sp>
      <p:sp>
        <p:nvSpPr>
          <p:cNvPr id="4" name="Titel 3">
            <a:extLst>
              <a:ext uri="{FF2B5EF4-FFF2-40B4-BE49-F238E27FC236}">
                <a16:creationId xmlns:a16="http://schemas.microsoft.com/office/drawing/2014/main" id="{AA4C19CA-96AA-A5EB-7C8A-AE8FB0DC55A5}"/>
              </a:ext>
            </a:extLst>
          </p:cNvPr>
          <p:cNvSpPr>
            <a:spLocks noGrp="1"/>
          </p:cNvSpPr>
          <p:nvPr>
            <p:ph type="title"/>
          </p:nvPr>
        </p:nvSpPr>
        <p:spPr/>
        <p:txBody>
          <a:bodyPr/>
          <a:lstStyle/>
          <a:p>
            <a:r>
              <a:rPr lang="de-AT"/>
              <a:t>Data Quality</a:t>
            </a:r>
          </a:p>
        </p:txBody>
      </p:sp>
      <p:pic>
        <p:nvPicPr>
          <p:cNvPr id="6" name="Grafik 5" descr="Ein Bild, das Diagramm, Screenshot, Reihe enthält.&#10;&#10;KI-generierte Inhalte können fehlerhaft sein.">
            <a:extLst>
              <a:ext uri="{FF2B5EF4-FFF2-40B4-BE49-F238E27FC236}">
                <a16:creationId xmlns:a16="http://schemas.microsoft.com/office/drawing/2014/main" id="{87021B50-1846-1D85-DEF3-5F81F2F559C7}"/>
              </a:ext>
            </a:extLst>
          </p:cNvPr>
          <p:cNvPicPr>
            <a:picLocks noChangeAspect="1"/>
          </p:cNvPicPr>
          <p:nvPr/>
        </p:nvPicPr>
        <p:blipFill>
          <a:blip r:embed="rId2"/>
          <a:stretch>
            <a:fillRect/>
          </a:stretch>
        </p:blipFill>
        <p:spPr>
          <a:xfrm>
            <a:off x="314059" y="2049780"/>
            <a:ext cx="8515881" cy="2626043"/>
          </a:xfrm>
          <a:prstGeom prst="rect">
            <a:avLst/>
          </a:prstGeom>
        </p:spPr>
      </p:pic>
      <p:sp>
        <p:nvSpPr>
          <p:cNvPr id="11" name="Inhaltsplatzhalter 1">
            <a:extLst>
              <a:ext uri="{FF2B5EF4-FFF2-40B4-BE49-F238E27FC236}">
                <a16:creationId xmlns:a16="http://schemas.microsoft.com/office/drawing/2014/main" id="{123632AF-EC2A-6E44-A60E-7D871BB08ACE}"/>
              </a:ext>
            </a:extLst>
          </p:cNvPr>
          <p:cNvSpPr>
            <a:spLocks noGrp="1"/>
          </p:cNvSpPr>
          <p:nvPr>
            <p:ph sz="half" idx="2"/>
          </p:nvPr>
        </p:nvSpPr>
        <p:spPr>
          <a:xfrm>
            <a:off x="271844" y="1616700"/>
            <a:ext cx="5633655" cy="2952919"/>
          </a:xfrm>
        </p:spPr>
        <p:txBody>
          <a:bodyPr/>
          <a:lstStyle/>
          <a:p>
            <a:pPr marL="342900" indent="-342900">
              <a:buFont typeface="Arial" panose="020B0604020202020204" pitchFamily="34" charset="0"/>
              <a:buChar char="•"/>
            </a:pPr>
            <a:r>
              <a:rPr lang="de-AT" err="1"/>
              <a:t>Missing</a:t>
            </a:r>
            <a:r>
              <a:rPr lang="de-AT"/>
              <a:t> </a:t>
            </a:r>
            <a:r>
              <a:rPr lang="de-AT" err="1"/>
              <a:t>entries</a:t>
            </a:r>
            <a:r>
              <a:rPr lang="de-AT"/>
              <a:t>, but </a:t>
            </a:r>
            <a:r>
              <a:rPr lang="de-AT" err="1"/>
              <a:t>no</a:t>
            </a:r>
            <a:r>
              <a:rPr lang="de-AT"/>
              <a:t> </a:t>
            </a:r>
            <a:r>
              <a:rPr lang="de-AT" err="1"/>
              <a:t>missing</a:t>
            </a:r>
            <a:r>
              <a:rPr lang="de-AT"/>
              <a:t> </a:t>
            </a:r>
            <a:r>
              <a:rPr lang="de-AT" err="1"/>
              <a:t>data</a:t>
            </a:r>
            <a:endParaRPr lang="de-AT"/>
          </a:p>
          <a:p>
            <a:pPr marL="342900" indent="-342900">
              <a:buFont typeface="Arial" panose="020B0604020202020204" pitchFamily="34" charset="0"/>
              <a:buChar char="•"/>
            </a:pPr>
            <a:endParaRPr lang="de-AT"/>
          </a:p>
        </p:txBody>
      </p:sp>
    </p:spTree>
    <p:extLst>
      <p:ext uri="{BB962C8B-B14F-4D97-AF65-F5344CB8AC3E}">
        <p14:creationId xmlns:p14="http://schemas.microsoft.com/office/powerpoint/2010/main" val="1690486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483D7-7A4D-FACC-E80E-F8D9A3743A6D}"/>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CDE80030-E575-97E0-6EAA-CD789E66C627}"/>
              </a:ext>
            </a:extLst>
          </p:cNvPr>
          <p:cNvSpPr>
            <a:spLocks noGrp="1"/>
          </p:cNvSpPr>
          <p:nvPr>
            <p:ph type="sldNum" sz="quarter" idx="12"/>
          </p:nvPr>
        </p:nvSpPr>
        <p:spPr/>
        <p:txBody>
          <a:bodyPr/>
          <a:lstStyle/>
          <a:p>
            <a:fld id="{E68C68F6-CEB4-C040-B3A3-CADDD499EB7C}" type="slidenum">
              <a:rPr lang="de-DE" smtClean="0"/>
              <a:pPr/>
              <a:t>6</a:t>
            </a:fld>
            <a:endParaRPr lang="de-DE"/>
          </a:p>
        </p:txBody>
      </p:sp>
      <p:sp>
        <p:nvSpPr>
          <p:cNvPr id="4" name="Titel 3">
            <a:extLst>
              <a:ext uri="{FF2B5EF4-FFF2-40B4-BE49-F238E27FC236}">
                <a16:creationId xmlns:a16="http://schemas.microsoft.com/office/drawing/2014/main" id="{34470538-4FDC-74F3-C283-304893663BFE}"/>
              </a:ext>
            </a:extLst>
          </p:cNvPr>
          <p:cNvSpPr>
            <a:spLocks noGrp="1"/>
          </p:cNvSpPr>
          <p:nvPr>
            <p:ph type="title"/>
          </p:nvPr>
        </p:nvSpPr>
        <p:spPr/>
        <p:txBody>
          <a:bodyPr/>
          <a:lstStyle/>
          <a:p>
            <a:r>
              <a:rPr lang="de-AT"/>
              <a:t>Data Quality</a:t>
            </a:r>
          </a:p>
        </p:txBody>
      </p:sp>
      <p:pic>
        <p:nvPicPr>
          <p:cNvPr id="5" name="Grafik 4" descr="Ein Bild, das Text, Screenshot, Diagramm, Reihe enthält.&#10;&#10;KI-generierte Inhalte können fehlerhaft sein.">
            <a:extLst>
              <a:ext uri="{FF2B5EF4-FFF2-40B4-BE49-F238E27FC236}">
                <a16:creationId xmlns:a16="http://schemas.microsoft.com/office/drawing/2014/main" id="{A16FC5AB-9219-7736-9D52-BDD95BE27298}"/>
              </a:ext>
            </a:extLst>
          </p:cNvPr>
          <p:cNvPicPr>
            <a:picLocks noChangeAspect="1"/>
          </p:cNvPicPr>
          <p:nvPr/>
        </p:nvPicPr>
        <p:blipFill>
          <a:blip r:embed="rId2"/>
          <a:stretch>
            <a:fillRect/>
          </a:stretch>
        </p:blipFill>
        <p:spPr>
          <a:xfrm>
            <a:off x="840772" y="2240329"/>
            <a:ext cx="7462456" cy="2450733"/>
          </a:xfrm>
          <a:prstGeom prst="rect">
            <a:avLst/>
          </a:prstGeom>
        </p:spPr>
      </p:pic>
      <p:sp>
        <p:nvSpPr>
          <p:cNvPr id="7" name="Inhaltsplatzhalter 1">
            <a:extLst>
              <a:ext uri="{FF2B5EF4-FFF2-40B4-BE49-F238E27FC236}">
                <a16:creationId xmlns:a16="http://schemas.microsoft.com/office/drawing/2014/main" id="{82439D41-C80E-70F5-0549-6FA3A79FA817}"/>
              </a:ext>
            </a:extLst>
          </p:cNvPr>
          <p:cNvSpPr>
            <a:spLocks noGrp="1"/>
          </p:cNvSpPr>
          <p:nvPr>
            <p:ph sz="half" idx="2"/>
          </p:nvPr>
        </p:nvSpPr>
        <p:spPr>
          <a:xfrm>
            <a:off x="271845" y="1616701"/>
            <a:ext cx="8600310" cy="840750"/>
          </a:xfrm>
        </p:spPr>
        <p:txBody>
          <a:bodyPr/>
          <a:lstStyle/>
          <a:p>
            <a:pPr marL="342900" indent="-342900">
              <a:buFont typeface="Arial" panose="020B0604020202020204" pitchFamily="34" charset="0"/>
              <a:buChar char="•"/>
            </a:pPr>
            <a:r>
              <a:rPr lang="de-AT" err="1"/>
              <a:t>Outliers</a:t>
            </a:r>
            <a:r>
              <a:rPr lang="de-AT"/>
              <a:t> </a:t>
            </a:r>
            <a:r>
              <a:rPr lang="de-AT" err="1"/>
              <a:t>detected</a:t>
            </a:r>
            <a:r>
              <a:rPr lang="de-AT"/>
              <a:t>, but not </a:t>
            </a:r>
            <a:r>
              <a:rPr lang="de-AT" err="1"/>
              <a:t>removed</a:t>
            </a:r>
            <a:r>
              <a:rPr lang="de-AT"/>
              <a:t> </a:t>
            </a:r>
          </a:p>
          <a:p>
            <a:pPr marL="342900" indent="-342900">
              <a:buFont typeface="Arial" panose="020B0604020202020204" pitchFamily="34" charset="0"/>
              <a:buChar char="•"/>
            </a:pPr>
            <a:endParaRPr lang="de-AT"/>
          </a:p>
        </p:txBody>
      </p:sp>
    </p:spTree>
    <p:extLst>
      <p:ext uri="{BB962C8B-B14F-4D97-AF65-F5344CB8AC3E}">
        <p14:creationId xmlns:p14="http://schemas.microsoft.com/office/powerpoint/2010/main" val="943568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DD9545-D25E-5B38-E3F6-308F7E3AE092}"/>
              </a:ext>
            </a:extLst>
          </p:cNvPr>
          <p:cNvSpPr>
            <a:spLocks noGrp="1"/>
          </p:cNvSpPr>
          <p:nvPr>
            <p:ph type="title"/>
          </p:nvPr>
        </p:nvSpPr>
        <p:spPr/>
        <p:txBody>
          <a:bodyPr/>
          <a:lstStyle/>
          <a:p>
            <a:r>
              <a:rPr lang="de-AT" err="1"/>
              <a:t>Visualization</a:t>
            </a:r>
            <a:endParaRPr lang="de-AT"/>
          </a:p>
        </p:txBody>
      </p:sp>
      <p:sp>
        <p:nvSpPr>
          <p:cNvPr id="3" name="Textplatzhalter 2">
            <a:extLst>
              <a:ext uri="{FF2B5EF4-FFF2-40B4-BE49-F238E27FC236}">
                <a16:creationId xmlns:a16="http://schemas.microsoft.com/office/drawing/2014/main" id="{734706F4-BD6C-8BE7-20F2-D1E15F44A13F}"/>
              </a:ext>
            </a:extLst>
          </p:cNvPr>
          <p:cNvSpPr>
            <a:spLocks noGrp="1"/>
          </p:cNvSpPr>
          <p:nvPr>
            <p:ph type="body" idx="1"/>
          </p:nvPr>
        </p:nvSpPr>
        <p:spPr/>
        <p:txBody>
          <a:bodyPr/>
          <a:lstStyle/>
          <a:p>
            <a:endParaRPr lang="de-AT"/>
          </a:p>
        </p:txBody>
      </p:sp>
      <p:sp>
        <p:nvSpPr>
          <p:cNvPr id="4" name="Datumsplatzhalter 3">
            <a:extLst>
              <a:ext uri="{FF2B5EF4-FFF2-40B4-BE49-F238E27FC236}">
                <a16:creationId xmlns:a16="http://schemas.microsoft.com/office/drawing/2014/main" id="{B4EA1E93-E6ED-A987-851A-A4ED5C47EE57}"/>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6E267AE1-9495-36F2-2DC0-BA8216D058F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EF85AD0-3FAB-2572-465F-5A76B5EDCFBB}"/>
              </a:ext>
            </a:extLst>
          </p:cNvPr>
          <p:cNvSpPr>
            <a:spLocks noGrp="1"/>
          </p:cNvSpPr>
          <p:nvPr>
            <p:ph type="sldNum" sz="quarter" idx="12"/>
          </p:nvPr>
        </p:nvSpPr>
        <p:spPr/>
        <p:txBody>
          <a:bodyPr/>
          <a:lstStyle/>
          <a:p>
            <a:fld id="{E68C68F6-CEB4-C040-B3A3-CADDD499EB7C}" type="slidenum">
              <a:rPr lang="de-DE" smtClean="0"/>
              <a:pPr/>
              <a:t>7</a:t>
            </a:fld>
            <a:endParaRPr lang="de-DE"/>
          </a:p>
        </p:txBody>
      </p:sp>
    </p:spTree>
    <p:extLst>
      <p:ext uri="{BB962C8B-B14F-4D97-AF65-F5344CB8AC3E}">
        <p14:creationId xmlns:p14="http://schemas.microsoft.com/office/powerpoint/2010/main" val="391831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E943B-46BA-3489-87EF-2BC245609067}"/>
            </a:ext>
          </a:extLst>
        </p:cNvPr>
        <p:cNvGrpSpPr/>
        <p:nvPr/>
      </p:nvGrpSpPr>
      <p:grpSpPr>
        <a:xfrm>
          <a:off x="0" y="0"/>
          <a:ext cx="0" cy="0"/>
          <a:chOff x="0" y="0"/>
          <a:chExt cx="0" cy="0"/>
        </a:xfrm>
      </p:grpSpPr>
      <p:pic>
        <p:nvPicPr>
          <p:cNvPr id="9" name="Grafik 8" descr="Ein Bild, das Text, Diagramm, Screenshot enthält.&#10;&#10;KI-generierte Inhalte können fehlerhaft sein.">
            <a:extLst>
              <a:ext uri="{FF2B5EF4-FFF2-40B4-BE49-F238E27FC236}">
                <a16:creationId xmlns:a16="http://schemas.microsoft.com/office/drawing/2014/main" id="{9FB06CC4-BE98-A673-4DD9-34B6E3A8126F}"/>
              </a:ext>
            </a:extLst>
          </p:cNvPr>
          <p:cNvPicPr>
            <a:picLocks noChangeAspect="1"/>
          </p:cNvPicPr>
          <p:nvPr/>
        </p:nvPicPr>
        <p:blipFill>
          <a:blip r:embed="rId2"/>
          <a:stretch>
            <a:fillRect/>
          </a:stretch>
        </p:blipFill>
        <p:spPr>
          <a:xfrm>
            <a:off x="867702" y="932020"/>
            <a:ext cx="7408596" cy="3683316"/>
          </a:xfrm>
          <a:prstGeom prst="rect">
            <a:avLst/>
          </a:prstGeom>
        </p:spPr>
      </p:pic>
      <p:sp>
        <p:nvSpPr>
          <p:cNvPr id="3" name="Foliennummernplatzhalter 2">
            <a:extLst>
              <a:ext uri="{FF2B5EF4-FFF2-40B4-BE49-F238E27FC236}">
                <a16:creationId xmlns:a16="http://schemas.microsoft.com/office/drawing/2014/main" id="{50AA88E4-50CB-D89E-DE4B-D554634EE8A9}"/>
              </a:ext>
            </a:extLst>
          </p:cNvPr>
          <p:cNvSpPr>
            <a:spLocks noGrp="1"/>
          </p:cNvSpPr>
          <p:nvPr>
            <p:ph type="sldNum" sz="quarter" idx="12"/>
          </p:nvPr>
        </p:nvSpPr>
        <p:spPr/>
        <p:txBody>
          <a:bodyPr/>
          <a:lstStyle/>
          <a:p>
            <a:fld id="{E68C68F6-CEB4-C040-B3A3-CADDD499EB7C}" type="slidenum">
              <a:rPr lang="de-DE" smtClean="0"/>
              <a:pPr/>
              <a:t>8</a:t>
            </a:fld>
            <a:endParaRPr lang="de-DE"/>
          </a:p>
        </p:txBody>
      </p:sp>
      <p:sp>
        <p:nvSpPr>
          <p:cNvPr id="4" name="Titel 3">
            <a:extLst>
              <a:ext uri="{FF2B5EF4-FFF2-40B4-BE49-F238E27FC236}">
                <a16:creationId xmlns:a16="http://schemas.microsoft.com/office/drawing/2014/main" id="{E3ACA8D1-D8D2-7DEA-809D-D8B5C3A2C0C3}"/>
              </a:ext>
            </a:extLst>
          </p:cNvPr>
          <p:cNvSpPr>
            <a:spLocks noGrp="1"/>
          </p:cNvSpPr>
          <p:nvPr>
            <p:ph type="title"/>
          </p:nvPr>
        </p:nvSpPr>
        <p:spPr>
          <a:xfrm>
            <a:off x="271846" y="725787"/>
            <a:ext cx="4300155" cy="412467"/>
          </a:xfrm>
        </p:spPr>
        <p:txBody>
          <a:bodyPr/>
          <a:lstStyle/>
          <a:p>
            <a:r>
              <a:rPr lang="de-AT"/>
              <a:t>Time </a:t>
            </a:r>
            <a:r>
              <a:rPr lang="de-AT" err="1"/>
              <a:t>series</a:t>
            </a:r>
            <a:endParaRPr lang="de-AT"/>
          </a:p>
        </p:txBody>
      </p:sp>
    </p:spTree>
    <p:extLst>
      <p:ext uri="{BB962C8B-B14F-4D97-AF65-F5344CB8AC3E}">
        <p14:creationId xmlns:p14="http://schemas.microsoft.com/office/powerpoint/2010/main" val="2756758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981D1-13A2-F407-AC1E-95D62DAC1D2E}"/>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1A506A1-0EC5-E54F-9E24-4D79A4B5D631}"/>
              </a:ext>
            </a:extLst>
          </p:cNvPr>
          <p:cNvSpPr>
            <a:spLocks noGrp="1"/>
          </p:cNvSpPr>
          <p:nvPr>
            <p:ph type="sldNum" sz="quarter" idx="12"/>
          </p:nvPr>
        </p:nvSpPr>
        <p:spPr/>
        <p:txBody>
          <a:bodyPr/>
          <a:lstStyle/>
          <a:p>
            <a:fld id="{E68C68F6-CEB4-C040-B3A3-CADDD499EB7C}" type="slidenum">
              <a:rPr lang="de-DE" smtClean="0"/>
              <a:pPr/>
              <a:t>9</a:t>
            </a:fld>
            <a:endParaRPr lang="de-DE"/>
          </a:p>
        </p:txBody>
      </p:sp>
      <p:pic>
        <p:nvPicPr>
          <p:cNvPr id="5" name="Grafik 4" descr="Ein Bild, das Diagramm, Reihe, Screenshot, Text enthält.&#10;&#10;KI-generierte Inhalte können fehlerhaft sein.">
            <a:extLst>
              <a:ext uri="{FF2B5EF4-FFF2-40B4-BE49-F238E27FC236}">
                <a16:creationId xmlns:a16="http://schemas.microsoft.com/office/drawing/2014/main" id="{4E3770DD-7A51-017F-2FB9-3A4EFBFF3C6D}"/>
              </a:ext>
            </a:extLst>
          </p:cNvPr>
          <p:cNvPicPr>
            <a:picLocks noChangeAspect="1"/>
          </p:cNvPicPr>
          <p:nvPr/>
        </p:nvPicPr>
        <p:blipFill>
          <a:blip r:embed="rId2"/>
          <a:stretch>
            <a:fillRect/>
          </a:stretch>
        </p:blipFill>
        <p:spPr>
          <a:xfrm>
            <a:off x="271845" y="1767147"/>
            <a:ext cx="8600309" cy="2652078"/>
          </a:xfrm>
          <a:prstGeom prst="rect">
            <a:avLst/>
          </a:prstGeom>
        </p:spPr>
      </p:pic>
      <p:sp>
        <p:nvSpPr>
          <p:cNvPr id="8" name="Titel 3">
            <a:extLst>
              <a:ext uri="{FF2B5EF4-FFF2-40B4-BE49-F238E27FC236}">
                <a16:creationId xmlns:a16="http://schemas.microsoft.com/office/drawing/2014/main" id="{3254A066-2A11-D0FA-5DE1-8D06D61E1E38}"/>
              </a:ext>
            </a:extLst>
          </p:cNvPr>
          <p:cNvSpPr>
            <a:spLocks noGrp="1"/>
          </p:cNvSpPr>
          <p:nvPr>
            <p:ph type="title"/>
          </p:nvPr>
        </p:nvSpPr>
        <p:spPr>
          <a:xfrm>
            <a:off x="271846" y="1194197"/>
            <a:ext cx="4300155" cy="412467"/>
          </a:xfrm>
        </p:spPr>
        <p:txBody>
          <a:bodyPr/>
          <a:lstStyle/>
          <a:p>
            <a:r>
              <a:rPr lang="de-AT"/>
              <a:t>Distribution Analysis</a:t>
            </a:r>
          </a:p>
        </p:txBody>
      </p:sp>
    </p:spTree>
    <p:extLst>
      <p:ext uri="{BB962C8B-B14F-4D97-AF65-F5344CB8AC3E}">
        <p14:creationId xmlns:p14="http://schemas.microsoft.com/office/powerpoint/2010/main" val="1958016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C6EE-68F6-9A52-D7F5-468E268CAA81}"/>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91FC3DC8-5E69-018D-8B4A-77ACED5A73F9}"/>
              </a:ext>
            </a:extLst>
          </p:cNvPr>
          <p:cNvSpPr>
            <a:spLocks noGrp="1"/>
          </p:cNvSpPr>
          <p:nvPr>
            <p:ph type="sldNum" sz="quarter" idx="12"/>
          </p:nvPr>
        </p:nvSpPr>
        <p:spPr/>
        <p:txBody>
          <a:bodyPr/>
          <a:lstStyle/>
          <a:p>
            <a:fld id="{E68C68F6-CEB4-C040-B3A3-CADDD499EB7C}" type="slidenum">
              <a:rPr lang="de-DE" smtClean="0"/>
              <a:pPr/>
              <a:t>10</a:t>
            </a:fld>
            <a:endParaRPr lang="de-DE"/>
          </a:p>
        </p:txBody>
      </p:sp>
      <p:sp>
        <p:nvSpPr>
          <p:cNvPr id="8" name="Titel 3">
            <a:extLst>
              <a:ext uri="{FF2B5EF4-FFF2-40B4-BE49-F238E27FC236}">
                <a16:creationId xmlns:a16="http://schemas.microsoft.com/office/drawing/2014/main" id="{21F6B345-55C3-C9C0-A2E9-0753D49CF8B0}"/>
              </a:ext>
            </a:extLst>
          </p:cNvPr>
          <p:cNvSpPr>
            <a:spLocks noGrp="1"/>
          </p:cNvSpPr>
          <p:nvPr>
            <p:ph type="title"/>
          </p:nvPr>
        </p:nvSpPr>
        <p:spPr>
          <a:xfrm>
            <a:off x="271846" y="1194197"/>
            <a:ext cx="4300155" cy="412467"/>
          </a:xfrm>
        </p:spPr>
        <p:txBody>
          <a:bodyPr/>
          <a:lstStyle/>
          <a:p>
            <a:r>
              <a:rPr lang="de-AT" err="1"/>
              <a:t>Correlation</a:t>
            </a:r>
            <a:r>
              <a:rPr lang="de-AT"/>
              <a:t> Analysis</a:t>
            </a:r>
          </a:p>
        </p:txBody>
      </p:sp>
      <p:pic>
        <p:nvPicPr>
          <p:cNvPr id="4" name="Grafik 3" descr="Ein Bild, das Text, Diagramm, Screenshot, Reihe enthält.&#10;&#10;KI-generierte Inhalte können fehlerhaft sein.">
            <a:extLst>
              <a:ext uri="{FF2B5EF4-FFF2-40B4-BE49-F238E27FC236}">
                <a16:creationId xmlns:a16="http://schemas.microsoft.com/office/drawing/2014/main" id="{E97F9CCB-2440-2C46-F94A-6A1DBF4F88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310021" y="1833166"/>
            <a:ext cx="6523957" cy="2685547"/>
          </a:xfrm>
          <a:prstGeom prst="rect">
            <a:avLst/>
          </a:prstGeom>
        </p:spPr>
      </p:pic>
    </p:spTree>
    <p:extLst>
      <p:ext uri="{BB962C8B-B14F-4D97-AF65-F5344CB8AC3E}">
        <p14:creationId xmlns:p14="http://schemas.microsoft.com/office/powerpoint/2010/main" val="3622426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4A756-078C-F03E-C7A3-F45BB54BBFA7}"/>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EFB56A8A-1CFC-AD4A-441D-8B602C4190C3}"/>
              </a:ext>
            </a:extLst>
          </p:cNvPr>
          <p:cNvSpPr>
            <a:spLocks noGrp="1"/>
          </p:cNvSpPr>
          <p:nvPr>
            <p:ph type="sldNum" sz="quarter" idx="12"/>
          </p:nvPr>
        </p:nvSpPr>
        <p:spPr/>
        <p:txBody>
          <a:bodyPr/>
          <a:lstStyle/>
          <a:p>
            <a:fld id="{E68C68F6-CEB4-C040-B3A3-CADDD499EB7C}" type="slidenum">
              <a:rPr lang="de-DE" smtClean="0"/>
              <a:pPr/>
              <a:t>11</a:t>
            </a:fld>
            <a:endParaRPr lang="de-DE"/>
          </a:p>
        </p:txBody>
      </p:sp>
      <p:sp>
        <p:nvSpPr>
          <p:cNvPr id="8" name="Titel 3">
            <a:extLst>
              <a:ext uri="{FF2B5EF4-FFF2-40B4-BE49-F238E27FC236}">
                <a16:creationId xmlns:a16="http://schemas.microsoft.com/office/drawing/2014/main" id="{2E27703D-6BB8-94C8-C731-520BAA66B6EE}"/>
              </a:ext>
            </a:extLst>
          </p:cNvPr>
          <p:cNvSpPr>
            <a:spLocks noGrp="1"/>
          </p:cNvSpPr>
          <p:nvPr>
            <p:ph type="title"/>
          </p:nvPr>
        </p:nvSpPr>
        <p:spPr>
          <a:xfrm>
            <a:off x="271846" y="1194197"/>
            <a:ext cx="5058437" cy="412467"/>
          </a:xfrm>
        </p:spPr>
        <p:txBody>
          <a:bodyPr/>
          <a:lstStyle/>
          <a:p>
            <a:r>
              <a:rPr lang="de-AT"/>
              <a:t>Monthly Pattern Analysis</a:t>
            </a:r>
          </a:p>
        </p:txBody>
      </p:sp>
      <p:pic>
        <p:nvPicPr>
          <p:cNvPr id="5" name="Grafik 4" descr="Ein Bild, das Reihe, Text, Diagramm, Screenshot enthält.&#10;&#10;KI-generierte Inhalte können fehlerhaft sein.">
            <a:extLst>
              <a:ext uri="{FF2B5EF4-FFF2-40B4-BE49-F238E27FC236}">
                <a16:creationId xmlns:a16="http://schemas.microsoft.com/office/drawing/2014/main" id="{D5C3F06F-15E8-F5BD-F133-DBD73BCEE251}"/>
              </a:ext>
            </a:extLst>
          </p:cNvPr>
          <p:cNvPicPr>
            <a:picLocks noChangeAspect="1"/>
          </p:cNvPicPr>
          <p:nvPr/>
        </p:nvPicPr>
        <p:blipFill>
          <a:blip r:embed="rId2"/>
          <a:stretch>
            <a:fillRect/>
          </a:stretch>
        </p:blipFill>
        <p:spPr>
          <a:xfrm>
            <a:off x="271846" y="1937231"/>
            <a:ext cx="8600310" cy="2354274"/>
          </a:xfrm>
          <a:prstGeom prst="rect">
            <a:avLst/>
          </a:prstGeom>
        </p:spPr>
      </p:pic>
    </p:spTree>
    <p:extLst>
      <p:ext uri="{BB962C8B-B14F-4D97-AF65-F5344CB8AC3E}">
        <p14:creationId xmlns:p14="http://schemas.microsoft.com/office/powerpoint/2010/main" val="231698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3228-873D-8DC7-FAC8-9F7AE45D8B83}"/>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F82D1D0D-CD10-0C8D-1E43-B0FF5D7B1BC6}"/>
              </a:ext>
            </a:extLst>
          </p:cNvPr>
          <p:cNvSpPr>
            <a:spLocks noGrp="1"/>
          </p:cNvSpPr>
          <p:nvPr>
            <p:ph type="sldNum" sz="quarter" idx="12"/>
          </p:nvPr>
        </p:nvSpPr>
        <p:spPr/>
        <p:txBody>
          <a:bodyPr/>
          <a:lstStyle/>
          <a:p>
            <a:fld id="{E68C68F6-CEB4-C040-B3A3-CADDD499EB7C}" type="slidenum">
              <a:rPr lang="de-DE" smtClean="0"/>
              <a:pPr/>
              <a:t>12</a:t>
            </a:fld>
            <a:endParaRPr lang="de-DE"/>
          </a:p>
        </p:txBody>
      </p:sp>
      <p:sp>
        <p:nvSpPr>
          <p:cNvPr id="8" name="Titel 3">
            <a:extLst>
              <a:ext uri="{FF2B5EF4-FFF2-40B4-BE49-F238E27FC236}">
                <a16:creationId xmlns:a16="http://schemas.microsoft.com/office/drawing/2014/main" id="{03AB2692-D054-3A5C-1ADA-E6237713C5E1}"/>
              </a:ext>
            </a:extLst>
          </p:cNvPr>
          <p:cNvSpPr>
            <a:spLocks noGrp="1"/>
          </p:cNvSpPr>
          <p:nvPr>
            <p:ph type="title"/>
          </p:nvPr>
        </p:nvSpPr>
        <p:spPr>
          <a:xfrm>
            <a:off x="271846" y="1194197"/>
            <a:ext cx="4300155" cy="412467"/>
          </a:xfrm>
        </p:spPr>
        <p:txBody>
          <a:bodyPr/>
          <a:lstStyle/>
          <a:p>
            <a:r>
              <a:rPr lang="de-AT"/>
              <a:t>Weekly Pattern Analysis</a:t>
            </a:r>
          </a:p>
        </p:txBody>
      </p:sp>
      <p:pic>
        <p:nvPicPr>
          <p:cNvPr id="4" name="Grafik 3" descr="Ein Bild, das Reihe, Diagramm, Steigung, Screenshot enthält.&#10;&#10;KI-generierte Inhalte können fehlerhaft sein.">
            <a:extLst>
              <a:ext uri="{FF2B5EF4-FFF2-40B4-BE49-F238E27FC236}">
                <a16:creationId xmlns:a16="http://schemas.microsoft.com/office/drawing/2014/main" id="{A178FED8-9F28-A03F-87F2-8B2D15C44203}"/>
              </a:ext>
            </a:extLst>
          </p:cNvPr>
          <p:cNvPicPr>
            <a:picLocks noChangeAspect="1"/>
          </p:cNvPicPr>
          <p:nvPr/>
        </p:nvPicPr>
        <p:blipFill>
          <a:blip r:embed="rId2"/>
          <a:stretch>
            <a:fillRect/>
          </a:stretch>
        </p:blipFill>
        <p:spPr>
          <a:xfrm>
            <a:off x="271846" y="2015241"/>
            <a:ext cx="8600309" cy="2349470"/>
          </a:xfrm>
          <a:prstGeom prst="rect">
            <a:avLst/>
          </a:prstGeom>
        </p:spPr>
      </p:pic>
    </p:spTree>
    <p:extLst>
      <p:ext uri="{BB962C8B-B14F-4D97-AF65-F5344CB8AC3E}">
        <p14:creationId xmlns:p14="http://schemas.microsoft.com/office/powerpoint/2010/main" val="2950935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88193-AA3E-ED8A-E77F-9B5E2C72E44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48BA41C-B15B-5EEA-95B9-D478C19C9939}"/>
              </a:ext>
            </a:extLst>
          </p:cNvPr>
          <p:cNvSpPr>
            <a:spLocks noGrp="1"/>
          </p:cNvSpPr>
          <p:nvPr>
            <p:ph type="title"/>
          </p:nvPr>
        </p:nvSpPr>
        <p:spPr/>
        <p:txBody>
          <a:bodyPr/>
          <a:lstStyle/>
          <a:p>
            <a:r>
              <a:rPr lang="de-AT" err="1"/>
              <a:t>Probability</a:t>
            </a:r>
            <a:r>
              <a:rPr lang="de-AT"/>
              <a:t> </a:t>
            </a:r>
            <a:r>
              <a:rPr lang="de-AT" err="1"/>
              <a:t>analysis</a:t>
            </a:r>
            <a:endParaRPr lang="de-AT"/>
          </a:p>
        </p:txBody>
      </p:sp>
      <p:sp>
        <p:nvSpPr>
          <p:cNvPr id="3" name="Textplatzhalter 2">
            <a:extLst>
              <a:ext uri="{FF2B5EF4-FFF2-40B4-BE49-F238E27FC236}">
                <a16:creationId xmlns:a16="http://schemas.microsoft.com/office/drawing/2014/main" id="{DAC83ADE-7840-7727-331B-C7B5740F9D31}"/>
              </a:ext>
            </a:extLst>
          </p:cNvPr>
          <p:cNvSpPr>
            <a:spLocks noGrp="1"/>
          </p:cNvSpPr>
          <p:nvPr>
            <p:ph type="body" idx="1"/>
          </p:nvPr>
        </p:nvSpPr>
        <p:spPr/>
        <p:txBody>
          <a:bodyPr/>
          <a:lstStyle/>
          <a:p>
            <a:endParaRPr lang="de-AT"/>
          </a:p>
        </p:txBody>
      </p:sp>
      <p:sp>
        <p:nvSpPr>
          <p:cNvPr id="4" name="Datumsplatzhalter 3">
            <a:extLst>
              <a:ext uri="{FF2B5EF4-FFF2-40B4-BE49-F238E27FC236}">
                <a16:creationId xmlns:a16="http://schemas.microsoft.com/office/drawing/2014/main" id="{77E438F3-AF51-92D4-5D68-274E87579E74}"/>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984C1C63-3E63-B8CF-C3CB-7F27ED017C3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D899490-A770-64E2-B9D3-1213CC3061BB}"/>
              </a:ext>
            </a:extLst>
          </p:cNvPr>
          <p:cNvSpPr>
            <a:spLocks noGrp="1"/>
          </p:cNvSpPr>
          <p:nvPr>
            <p:ph type="sldNum" sz="quarter" idx="12"/>
          </p:nvPr>
        </p:nvSpPr>
        <p:spPr/>
        <p:txBody>
          <a:bodyPr/>
          <a:lstStyle/>
          <a:p>
            <a:fld id="{E68C68F6-CEB4-C040-B3A3-CADDD499EB7C}" type="slidenum">
              <a:rPr lang="de-DE" smtClean="0"/>
              <a:pPr/>
              <a:t>13</a:t>
            </a:fld>
            <a:endParaRPr lang="de-DE"/>
          </a:p>
        </p:txBody>
      </p:sp>
    </p:spTree>
    <p:extLst>
      <p:ext uri="{BB962C8B-B14F-4D97-AF65-F5344CB8AC3E}">
        <p14:creationId xmlns:p14="http://schemas.microsoft.com/office/powerpoint/2010/main" val="4287739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7756D-04DD-0EE2-3F63-9C8CD0CDEB1D}"/>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79C35F7D-426A-4C21-64D7-9092ADB7B442}"/>
              </a:ext>
            </a:extLst>
          </p:cNvPr>
          <p:cNvSpPr>
            <a:spLocks noGrp="1"/>
          </p:cNvSpPr>
          <p:nvPr>
            <p:ph type="sldNum" sz="quarter" idx="12"/>
          </p:nvPr>
        </p:nvSpPr>
        <p:spPr/>
        <p:txBody>
          <a:bodyPr/>
          <a:lstStyle/>
          <a:p>
            <a:fld id="{E68C68F6-CEB4-C040-B3A3-CADDD499EB7C}" type="slidenum">
              <a:rPr lang="de-DE" smtClean="0"/>
              <a:pPr/>
              <a:t>14</a:t>
            </a:fld>
            <a:endParaRPr lang="de-DE"/>
          </a:p>
        </p:txBody>
      </p:sp>
      <p:sp>
        <p:nvSpPr>
          <p:cNvPr id="8" name="Titel 3">
            <a:extLst>
              <a:ext uri="{FF2B5EF4-FFF2-40B4-BE49-F238E27FC236}">
                <a16:creationId xmlns:a16="http://schemas.microsoft.com/office/drawing/2014/main" id="{FE9961D1-BD96-9C9D-1651-E9FCF8B17AE0}"/>
              </a:ext>
            </a:extLst>
          </p:cNvPr>
          <p:cNvSpPr>
            <a:spLocks noGrp="1"/>
          </p:cNvSpPr>
          <p:nvPr>
            <p:ph type="title"/>
          </p:nvPr>
        </p:nvSpPr>
        <p:spPr>
          <a:xfrm>
            <a:off x="271846" y="1194197"/>
            <a:ext cx="4300155" cy="412467"/>
          </a:xfrm>
        </p:spPr>
        <p:txBody>
          <a:bodyPr/>
          <a:lstStyle/>
          <a:p>
            <a:r>
              <a:rPr lang="de-AT"/>
              <a:t>Threshold-</a:t>
            </a:r>
            <a:r>
              <a:rPr lang="de-AT" err="1"/>
              <a:t>based</a:t>
            </a:r>
            <a:r>
              <a:rPr lang="de-AT"/>
              <a:t> PA</a:t>
            </a:r>
          </a:p>
        </p:txBody>
      </p:sp>
      <p:pic>
        <p:nvPicPr>
          <p:cNvPr id="5" name="Grafik 4" descr="Ein Bild, das Text, Diagramm, Screenshot, Reihe enthält.&#10;&#10;KI-generierte Inhalte können fehlerhaft sein.">
            <a:extLst>
              <a:ext uri="{FF2B5EF4-FFF2-40B4-BE49-F238E27FC236}">
                <a16:creationId xmlns:a16="http://schemas.microsoft.com/office/drawing/2014/main" id="{E3FB33ED-5B8C-A776-7895-31FDDEF2E94C}"/>
              </a:ext>
            </a:extLst>
          </p:cNvPr>
          <p:cNvPicPr>
            <a:picLocks noChangeAspect="1"/>
          </p:cNvPicPr>
          <p:nvPr/>
        </p:nvPicPr>
        <p:blipFill>
          <a:blip r:embed="rId2"/>
          <a:stretch>
            <a:fillRect/>
          </a:stretch>
        </p:blipFill>
        <p:spPr>
          <a:xfrm>
            <a:off x="271845" y="1792400"/>
            <a:ext cx="8600309" cy="2822517"/>
          </a:xfrm>
          <a:prstGeom prst="rect">
            <a:avLst/>
          </a:prstGeom>
        </p:spPr>
      </p:pic>
    </p:spTree>
    <p:extLst>
      <p:ext uri="{BB962C8B-B14F-4D97-AF65-F5344CB8AC3E}">
        <p14:creationId xmlns:p14="http://schemas.microsoft.com/office/powerpoint/2010/main" val="2612933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A9016-EBB4-90DA-F534-A96E93EA9510}"/>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E2171AB4-F39E-66C1-6064-9922F0EC1734}"/>
              </a:ext>
            </a:extLst>
          </p:cNvPr>
          <p:cNvSpPr>
            <a:spLocks noGrp="1"/>
          </p:cNvSpPr>
          <p:nvPr>
            <p:ph type="sldNum" sz="quarter" idx="12"/>
          </p:nvPr>
        </p:nvSpPr>
        <p:spPr/>
        <p:txBody>
          <a:bodyPr/>
          <a:lstStyle/>
          <a:p>
            <a:fld id="{E68C68F6-CEB4-C040-B3A3-CADDD499EB7C}" type="slidenum">
              <a:rPr lang="de-DE" smtClean="0"/>
              <a:pPr/>
              <a:t>15</a:t>
            </a:fld>
            <a:endParaRPr lang="de-DE"/>
          </a:p>
        </p:txBody>
      </p:sp>
      <p:sp>
        <p:nvSpPr>
          <p:cNvPr id="8" name="Titel 3">
            <a:extLst>
              <a:ext uri="{FF2B5EF4-FFF2-40B4-BE49-F238E27FC236}">
                <a16:creationId xmlns:a16="http://schemas.microsoft.com/office/drawing/2014/main" id="{DF19CD4C-C3CF-4C68-50A6-FFFE9A7F032F}"/>
              </a:ext>
            </a:extLst>
          </p:cNvPr>
          <p:cNvSpPr>
            <a:spLocks noGrp="1"/>
          </p:cNvSpPr>
          <p:nvPr>
            <p:ph type="title"/>
          </p:nvPr>
        </p:nvSpPr>
        <p:spPr>
          <a:xfrm>
            <a:off x="271846" y="1194197"/>
            <a:ext cx="4590086" cy="412467"/>
          </a:xfrm>
        </p:spPr>
        <p:txBody>
          <a:bodyPr/>
          <a:lstStyle/>
          <a:p>
            <a:r>
              <a:rPr lang="de-AT"/>
              <a:t>Cross </a:t>
            </a:r>
            <a:r>
              <a:rPr lang="de-AT" err="1"/>
              <a:t>Tabulation</a:t>
            </a:r>
            <a:r>
              <a:rPr lang="de-AT"/>
              <a:t> Analysis</a:t>
            </a:r>
          </a:p>
        </p:txBody>
      </p:sp>
      <p:pic>
        <p:nvPicPr>
          <p:cNvPr id="4" name="Grafik 3" descr="Ein Bild, das Screenshot, Text, Farbigkeit, Rechteck enthält.&#10;&#10;KI-generierte Inhalte können fehlerhaft sein.">
            <a:extLst>
              <a:ext uri="{FF2B5EF4-FFF2-40B4-BE49-F238E27FC236}">
                <a16:creationId xmlns:a16="http://schemas.microsoft.com/office/drawing/2014/main" id="{8FABCF2C-7FD0-8F77-D9C2-FD3AC4509B1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52234" y="1606664"/>
            <a:ext cx="8039531" cy="3064162"/>
          </a:xfrm>
          <a:prstGeom prst="rect">
            <a:avLst/>
          </a:prstGeom>
        </p:spPr>
      </p:pic>
    </p:spTree>
    <p:extLst>
      <p:ext uri="{BB962C8B-B14F-4D97-AF65-F5344CB8AC3E}">
        <p14:creationId xmlns:p14="http://schemas.microsoft.com/office/powerpoint/2010/main" val="514663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C6358-7533-4427-AC99-DC725BA4A11B}"/>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963C22E5-0F15-96CE-8057-EDD54BCF86A7}"/>
              </a:ext>
            </a:extLst>
          </p:cNvPr>
          <p:cNvSpPr>
            <a:spLocks noGrp="1"/>
          </p:cNvSpPr>
          <p:nvPr>
            <p:ph type="sldNum" sz="quarter" idx="12"/>
          </p:nvPr>
        </p:nvSpPr>
        <p:spPr/>
        <p:txBody>
          <a:bodyPr/>
          <a:lstStyle/>
          <a:p>
            <a:fld id="{E68C68F6-CEB4-C040-B3A3-CADDD499EB7C}" type="slidenum">
              <a:rPr lang="de-DE" smtClean="0"/>
              <a:pPr/>
              <a:t>16</a:t>
            </a:fld>
            <a:endParaRPr lang="de-DE"/>
          </a:p>
        </p:txBody>
      </p:sp>
      <p:sp>
        <p:nvSpPr>
          <p:cNvPr id="8" name="Titel 3">
            <a:extLst>
              <a:ext uri="{FF2B5EF4-FFF2-40B4-BE49-F238E27FC236}">
                <a16:creationId xmlns:a16="http://schemas.microsoft.com/office/drawing/2014/main" id="{41DCC055-716B-CC0E-6053-599A8964D3F8}"/>
              </a:ext>
            </a:extLst>
          </p:cNvPr>
          <p:cNvSpPr>
            <a:spLocks noGrp="1"/>
          </p:cNvSpPr>
          <p:nvPr>
            <p:ph type="title"/>
          </p:nvPr>
        </p:nvSpPr>
        <p:spPr>
          <a:xfrm>
            <a:off x="271846" y="1194197"/>
            <a:ext cx="4590086" cy="412467"/>
          </a:xfrm>
        </p:spPr>
        <p:txBody>
          <a:bodyPr/>
          <a:lstStyle/>
          <a:p>
            <a:r>
              <a:rPr lang="de-AT" err="1"/>
              <a:t>Conditional</a:t>
            </a:r>
            <a:r>
              <a:rPr lang="de-AT"/>
              <a:t> </a:t>
            </a:r>
            <a:r>
              <a:rPr lang="de-AT" err="1"/>
              <a:t>Probability</a:t>
            </a:r>
            <a:endParaRPr lang="de-AT"/>
          </a:p>
        </p:txBody>
      </p:sp>
      <p:pic>
        <p:nvPicPr>
          <p:cNvPr id="5" name="Grafik 4">
            <a:extLst>
              <a:ext uri="{FF2B5EF4-FFF2-40B4-BE49-F238E27FC236}">
                <a16:creationId xmlns:a16="http://schemas.microsoft.com/office/drawing/2014/main" id="{DD84DBB9-AAF2-41BD-1C0D-3CCB34A1605A}"/>
              </a:ext>
            </a:extLst>
          </p:cNvPr>
          <p:cNvPicPr>
            <a:picLocks noChangeAspect="1"/>
          </p:cNvPicPr>
          <p:nvPr/>
        </p:nvPicPr>
        <p:blipFill>
          <a:blip r:embed="rId2"/>
          <a:srcRect/>
          <a:stretch/>
        </p:blipFill>
        <p:spPr>
          <a:xfrm>
            <a:off x="4938759" y="2104768"/>
            <a:ext cx="3761677" cy="2244074"/>
          </a:xfrm>
          <a:prstGeom prst="rect">
            <a:avLst/>
          </a:prstGeom>
        </p:spPr>
      </p:pic>
      <p:sp>
        <p:nvSpPr>
          <p:cNvPr id="6" name="Inhaltsplatzhalter 1">
            <a:extLst>
              <a:ext uri="{FF2B5EF4-FFF2-40B4-BE49-F238E27FC236}">
                <a16:creationId xmlns:a16="http://schemas.microsoft.com/office/drawing/2014/main" id="{F835FCDE-1958-1115-3D82-014F473D2BFE}"/>
              </a:ext>
            </a:extLst>
          </p:cNvPr>
          <p:cNvSpPr>
            <a:spLocks noGrp="1"/>
          </p:cNvSpPr>
          <p:nvPr>
            <p:ph sz="half" idx="2"/>
          </p:nvPr>
        </p:nvSpPr>
        <p:spPr>
          <a:xfrm>
            <a:off x="216037" y="2108449"/>
            <a:ext cx="5231727" cy="1633069"/>
          </a:xfrm>
        </p:spPr>
        <p:txBody>
          <a:bodyPr>
            <a:normAutofit/>
          </a:bodyPr>
          <a:lstStyle/>
          <a:p>
            <a:pPr>
              <a:lnSpc>
                <a:spcPct val="150000"/>
              </a:lnSpc>
            </a:pPr>
            <a:r>
              <a:rPr lang="de-AT" sz="2000"/>
              <a:t>P(High-Value) = 24,93%</a:t>
            </a:r>
          </a:p>
          <a:p>
            <a:r>
              <a:rPr lang="de-AT" sz="2000"/>
              <a:t>P(High-Value | Bikes) = 80,79%</a:t>
            </a:r>
          </a:p>
          <a:p>
            <a:r>
              <a:rPr lang="de-AT" sz="2000"/>
              <a:t>P(High-Value | Canada) = 17,92%</a:t>
            </a:r>
          </a:p>
        </p:txBody>
      </p:sp>
    </p:spTree>
    <p:extLst>
      <p:ext uri="{BB962C8B-B14F-4D97-AF65-F5344CB8AC3E}">
        <p14:creationId xmlns:p14="http://schemas.microsoft.com/office/powerpoint/2010/main" val="3948389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82CB7-0581-4D18-8F9F-E03E4F7A9C0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D1CC9D2-18A7-6B0B-F44D-77F465146F52}"/>
              </a:ext>
            </a:extLst>
          </p:cNvPr>
          <p:cNvSpPr>
            <a:spLocks noGrp="1"/>
          </p:cNvSpPr>
          <p:nvPr>
            <p:ph type="title"/>
          </p:nvPr>
        </p:nvSpPr>
        <p:spPr/>
        <p:txBody>
          <a:bodyPr/>
          <a:lstStyle/>
          <a:p>
            <a:r>
              <a:rPr lang="de-AT"/>
              <a:t>Statistical </a:t>
            </a:r>
            <a:r>
              <a:rPr lang="de-AT" err="1"/>
              <a:t>theory</a:t>
            </a:r>
            <a:r>
              <a:rPr lang="de-AT"/>
              <a:t> </a:t>
            </a:r>
            <a:r>
              <a:rPr lang="de-AT" err="1"/>
              <a:t>applications</a:t>
            </a:r>
            <a:endParaRPr lang="de-AT"/>
          </a:p>
        </p:txBody>
      </p:sp>
      <p:sp>
        <p:nvSpPr>
          <p:cNvPr id="3" name="Textplatzhalter 2">
            <a:extLst>
              <a:ext uri="{FF2B5EF4-FFF2-40B4-BE49-F238E27FC236}">
                <a16:creationId xmlns:a16="http://schemas.microsoft.com/office/drawing/2014/main" id="{91E658FB-94C4-7B27-75CD-7330E1E452D1}"/>
              </a:ext>
            </a:extLst>
          </p:cNvPr>
          <p:cNvSpPr>
            <a:spLocks noGrp="1"/>
          </p:cNvSpPr>
          <p:nvPr>
            <p:ph type="body" idx="1"/>
          </p:nvPr>
        </p:nvSpPr>
        <p:spPr/>
        <p:txBody>
          <a:bodyPr/>
          <a:lstStyle/>
          <a:p>
            <a:endParaRPr lang="de-AT"/>
          </a:p>
        </p:txBody>
      </p:sp>
      <p:sp>
        <p:nvSpPr>
          <p:cNvPr id="4" name="Datumsplatzhalter 3">
            <a:extLst>
              <a:ext uri="{FF2B5EF4-FFF2-40B4-BE49-F238E27FC236}">
                <a16:creationId xmlns:a16="http://schemas.microsoft.com/office/drawing/2014/main" id="{3916D489-C736-AD4B-8808-2CA007426E32}"/>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311CE9F7-FDE3-78B0-451F-8D7639DD6C1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EB7045C-5969-F4FB-D63F-D095A581AEC8}"/>
              </a:ext>
            </a:extLst>
          </p:cNvPr>
          <p:cNvSpPr>
            <a:spLocks noGrp="1"/>
          </p:cNvSpPr>
          <p:nvPr>
            <p:ph type="sldNum" sz="quarter" idx="12"/>
          </p:nvPr>
        </p:nvSpPr>
        <p:spPr/>
        <p:txBody>
          <a:bodyPr/>
          <a:lstStyle/>
          <a:p>
            <a:fld id="{E68C68F6-CEB4-C040-B3A3-CADDD499EB7C}" type="slidenum">
              <a:rPr lang="de-DE" smtClean="0"/>
              <a:pPr/>
              <a:t>17</a:t>
            </a:fld>
            <a:endParaRPr lang="de-DE"/>
          </a:p>
        </p:txBody>
      </p:sp>
    </p:spTree>
    <p:extLst>
      <p:ext uri="{BB962C8B-B14F-4D97-AF65-F5344CB8AC3E}">
        <p14:creationId xmlns:p14="http://schemas.microsoft.com/office/powerpoint/2010/main" val="3970642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FE955-6E9E-DA0D-D16A-7552F8033FE7}"/>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787C49E8-65D0-304A-2C9D-CB592C7911FF}"/>
              </a:ext>
            </a:extLst>
          </p:cNvPr>
          <p:cNvSpPr>
            <a:spLocks noGrp="1"/>
          </p:cNvSpPr>
          <p:nvPr>
            <p:ph type="sldNum" sz="quarter" idx="12"/>
          </p:nvPr>
        </p:nvSpPr>
        <p:spPr/>
        <p:txBody>
          <a:bodyPr/>
          <a:lstStyle/>
          <a:p>
            <a:fld id="{E68C68F6-CEB4-C040-B3A3-CADDD499EB7C}" type="slidenum">
              <a:rPr lang="de-DE" smtClean="0"/>
              <a:pPr/>
              <a:t>18</a:t>
            </a:fld>
            <a:endParaRPr lang="de-DE"/>
          </a:p>
        </p:txBody>
      </p:sp>
      <p:sp>
        <p:nvSpPr>
          <p:cNvPr id="8" name="Titel 3">
            <a:extLst>
              <a:ext uri="{FF2B5EF4-FFF2-40B4-BE49-F238E27FC236}">
                <a16:creationId xmlns:a16="http://schemas.microsoft.com/office/drawing/2014/main" id="{C616BC01-02A6-0808-F2EB-5BCB48F5E060}"/>
              </a:ext>
            </a:extLst>
          </p:cNvPr>
          <p:cNvSpPr>
            <a:spLocks noGrp="1"/>
          </p:cNvSpPr>
          <p:nvPr>
            <p:ph type="title"/>
          </p:nvPr>
        </p:nvSpPr>
        <p:spPr>
          <a:xfrm>
            <a:off x="271846" y="1194197"/>
            <a:ext cx="4590086" cy="412467"/>
          </a:xfrm>
        </p:spPr>
        <p:txBody>
          <a:bodyPr/>
          <a:lstStyle/>
          <a:p>
            <a:r>
              <a:rPr lang="de-AT"/>
              <a:t>Law </a:t>
            </a:r>
            <a:r>
              <a:rPr lang="de-AT" err="1"/>
              <a:t>of</a:t>
            </a:r>
            <a:r>
              <a:rPr lang="de-AT"/>
              <a:t> Large Numbers</a:t>
            </a:r>
          </a:p>
        </p:txBody>
      </p:sp>
      <p:pic>
        <p:nvPicPr>
          <p:cNvPr id="5" name="Grafik 4" descr="Ein Bild, das Text, Screenshot, Reihe, Diagramm enthält.&#10;&#10;KI-generierte Inhalte können fehlerhaft sein.">
            <a:extLst>
              <a:ext uri="{FF2B5EF4-FFF2-40B4-BE49-F238E27FC236}">
                <a16:creationId xmlns:a16="http://schemas.microsoft.com/office/drawing/2014/main" id="{44DEF10B-12BA-6F31-7303-91B314A49A44}"/>
              </a:ext>
            </a:extLst>
          </p:cNvPr>
          <p:cNvPicPr>
            <a:picLocks noChangeAspect="1"/>
          </p:cNvPicPr>
          <p:nvPr/>
        </p:nvPicPr>
        <p:blipFill>
          <a:blip r:embed="rId2"/>
          <a:stretch>
            <a:fillRect/>
          </a:stretch>
        </p:blipFill>
        <p:spPr>
          <a:xfrm>
            <a:off x="537366" y="1606664"/>
            <a:ext cx="8069267" cy="3047688"/>
          </a:xfrm>
          <a:prstGeom prst="rect">
            <a:avLst/>
          </a:prstGeom>
        </p:spPr>
      </p:pic>
    </p:spTree>
    <p:extLst>
      <p:ext uri="{BB962C8B-B14F-4D97-AF65-F5344CB8AC3E}">
        <p14:creationId xmlns:p14="http://schemas.microsoft.com/office/powerpoint/2010/main" val="2261208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BB38C-1928-EDB4-BDE6-02C0AE493F2E}"/>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9DD77C75-308D-4A37-DF01-D4F297DEAD32}"/>
              </a:ext>
            </a:extLst>
          </p:cNvPr>
          <p:cNvSpPr>
            <a:spLocks noGrp="1"/>
          </p:cNvSpPr>
          <p:nvPr>
            <p:ph type="sldNum" sz="quarter" idx="12"/>
          </p:nvPr>
        </p:nvSpPr>
        <p:spPr/>
        <p:txBody>
          <a:bodyPr/>
          <a:lstStyle/>
          <a:p>
            <a:fld id="{E68C68F6-CEB4-C040-B3A3-CADDD499EB7C}" type="slidenum">
              <a:rPr lang="de-DE" smtClean="0"/>
              <a:pPr/>
              <a:t>19</a:t>
            </a:fld>
            <a:endParaRPr lang="de-DE"/>
          </a:p>
        </p:txBody>
      </p:sp>
      <p:sp>
        <p:nvSpPr>
          <p:cNvPr id="8" name="Titel 3">
            <a:extLst>
              <a:ext uri="{FF2B5EF4-FFF2-40B4-BE49-F238E27FC236}">
                <a16:creationId xmlns:a16="http://schemas.microsoft.com/office/drawing/2014/main" id="{58F68CBD-8169-408C-DDBB-FF1E9600CA64}"/>
              </a:ext>
            </a:extLst>
          </p:cNvPr>
          <p:cNvSpPr>
            <a:spLocks noGrp="1"/>
          </p:cNvSpPr>
          <p:nvPr>
            <p:ph type="title"/>
          </p:nvPr>
        </p:nvSpPr>
        <p:spPr>
          <a:xfrm>
            <a:off x="271846" y="1194197"/>
            <a:ext cx="4590086" cy="412467"/>
          </a:xfrm>
        </p:spPr>
        <p:txBody>
          <a:bodyPr/>
          <a:lstStyle/>
          <a:p>
            <a:r>
              <a:rPr lang="de-AT"/>
              <a:t>Central Limit Theorem</a:t>
            </a:r>
          </a:p>
        </p:txBody>
      </p:sp>
      <p:pic>
        <p:nvPicPr>
          <p:cNvPr id="4" name="Grafik 3" descr="Ein Bild, das Text, Diagramm, Reihe, Screenshot enthält.&#10;&#10;KI-generierte Inhalte können fehlerhaft sein.">
            <a:extLst>
              <a:ext uri="{FF2B5EF4-FFF2-40B4-BE49-F238E27FC236}">
                <a16:creationId xmlns:a16="http://schemas.microsoft.com/office/drawing/2014/main" id="{21405916-7F41-5379-2C62-739147DC814B}"/>
              </a:ext>
            </a:extLst>
          </p:cNvPr>
          <p:cNvPicPr>
            <a:picLocks noChangeAspect="1"/>
          </p:cNvPicPr>
          <p:nvPr/>
        </p:nvPicPr>
        <p:blipFill>
          <a:blip r:embed="rId2"/>
          <a:stretch>
            <a:fillRect/>
          </a:stretch>
        </p:blipFill>
        <p:spPr>
          <a:xfrm>
            <a:off x="271845" y="1999084"/>
            <a:ext cx="8600309" cy="2379629"/>
          </a:xfrm>
          <a:prstGeom prst="rect">
            <a:avLst/>
          </a:prstGeom>
        </p:spPr>
      </p:pic>
    </p:spTree>
    <p:extLst>
      <p:ext uri="{BB962C8B-B14F-4D97-AF65-F5344CB8AC3E}">
        <p14:creationId xmlns:p14="http://schemas.microsoft.com/office/powerpoint/2010/main" val="2991744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BE59-9771-39BE-4347-AD29324F58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5C3A4C9-EE7A-8258-EFA2-9CDD6F2A3E66}"/>
              </a:ext>
            </a:extLst>
          </p:cNvPr>
          <p:cNvSpPr>
            <a:spLocks noGrp="1"/>
          </p:cNvSpPr>
          <p:nvPr>
            <p:ph type="title"/>
          </p:nvPr>
        </p:nvSpPr>
        <p:spPr/>
        <p:txBody>
          <a:bodyPr/>
          <a:lstStyle/>
          <a:p>
            <a:r>
              <a:rPr lang="de-AT"/>
              <a:t>Regression </a:t>
            </a:r>
            <a:r>
              <a:rPr lang="de-AT" err="1"/>
              <a:t>ANalysis</a:t>
            </a:r>
            <a:endParaRPr lang="de-AT"/>
          </a:p>
        </p:txBody>
      </p:sp>
      <p:sp>
        <p:nvSpPr>
          <p:cNvPr id="3" name="Textplatzhalter 2">
            <a:extLst>
              <a:ext uri="{FF2B5EF4-FFF2-40B4-BE49-F238E27FC236}">
                <a16:creationId xmlns:a16="http://schemas.microsoft.com/office/drawing/2014/main" id="{90C3B8A7-1113-9F03-7407-96A0AE6FFA18}"/>
              </a:ext>
            </a:extLst>
          </p:cNvPr>
          <p:cNvSpPr>
            <a:spLocks noGrp="1"/>
          </p:cNvSpPr>
          <p:nvPr>
            <p:ph type="body" idx="1"/>
          </p:nvPr>
        </p:nvSpPr>
        <p:spPr/>
        <p:txBody>
          <a:bodyPr/>
          <a:lstStyle/>
          <a:p>
            <a:endParaRPr lang="de-AT"/>
          </a:p>
        </p:txBody>
      </p:sp>
      <p:sp>
        <p:nvSpPr>
          <p:cNvPr id="4" name="Datumsplatzhalter 3">
            <a:extLst>
              <a:ext uri="{FF2B5EF4-FFF2-40B4-BE49-F238E27FC236}">
                <a16:creationId xmlns:a16="http://schemas.microsoft.com/office/drawing/2014/main" id="{174B10E0-69D6-B476-01D2-8F40DEC32A5B}"/>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EFB1EECB-E263-E507-ACF5-759C318A87E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CC30DF2-9A04-EEEB-44AC-1DD6D8E84EAE}"/>
              </a:ext>
            </a:extLst>
          </p:cNvPr>
          <p:cNvSpPr>
            <a:spLocks noGrp="1"/>
          </p:cNvSpPr>
          <p:nvPr>
            <p:ph type="sldNum" sz="quarter" idx="12"/>
          </p:nvPr>
        </p:nvSpPr>
        <p:spPr/>
        <p:txBody>
          <a:bodyPr/>
          <a:lstStyle/>
          <a:p>
            <a:fld id="{E68C68F6-CEB4-C040-B3A3-CADDD499EB7C}" type="slidenum">
              <a:rPr lang="de-DE" smtClean="0"/>
              <a:pPr/>
              <a:t>20</a:t>
            </a:fld>
            <a:endParaRPr lang="de-DE"/>
          </a:p>
        </p:txBody>
      </p:sp>
    </p:spTree>
    <p:extLst>
      <p:ext uri="{BB962C8B-B14F-4D97-AF65-F5344CB8AC3E}">
        <p14:creationId xmlns:p14="http://schemas.microsoft.com/office/powerpoint/2010/main" val="380214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7609B-75D4-AC9B-30C6-459BD3FFF022}"/>
            </a:ext>
          </a:extLst>
        </p:cNvPr>
        <p:cNvGrpSpPr/>
        <p:nvPr/>
      </p:nvGrpSpPr>
      <p:grpSpPr>
        <a:xfrm>
          <a:off x="0" y="0"/>
          <a:ext cx="0" cy="0"/>
          <a:chOff x="0" y="0"/>
          <a:chExt cx="0" cy="0"/>
        </a:xfrm>
      </p:grpSpPr>
      <p:sp>
        <p:nvSpPr>
          <p:cNvPr id="8" name="Titel 3">
            <a:extLst>
              <a:ext uri="{FF2B5EF4-FFF2-40B4-BE49-F238E27FC236}">
                <a16:creationId xmlns:a16="http://schemas.microsoft.com/office/drawing/2014/main" id="{DEB67301-E41F-B685-866D-5F115EFC0E11}"/>
              </a:ext>
            </a:extLst>
          </p:cNvPr>
          <p:cNvSpPr>
            <a:spLocks noGrp="1"/>
          </p:cNvSpPr>
          <p:nvPr>
            <p:ph type="title"/>
          </p:nvPr>
        </p:nvSpPr>
        <p:spPr>
          <a:xfrm>
            <a:off x="264981" y="816769"/>
            <a:ext cx="3200533" cy="901814"/>
          </a:xfrm>
        </p:spPr>
        <p:txBody>
          <a:bodyPr anchor="t">
            <a:normAutofit/>
          </a:bodyPr>
          <a:lstStyle/>
          <a:p>
            <a:r>
              <a:rPr lang="de-AT"/>
              <a:t>Model </a:t>
            </a:r>
            <a:r>
              <a:rPr lang="de-AT" err="1"/>
              <a:t>Selection</a:t>
            </a:r>
            <a:endParaRPr lang="de-AT" err="1">
              <a:ea typeface="Calibri"/>
              <a:cs typeface="Calibri"/>
            </a:endParaRPr>
          </a:p>
        </p:txBody>
      </p:sp>
      <p:sp>
        <p:nvSpPr>
          <p:cNvPr id="13" name="Text Placeholder 3">
            <a:extLst>
              <a:ext uri="{FF2B5EF4-FFF2-40B4-BE49-F238E27FC236}">
                <a16:creationId xmlns:a16="http://schemas.microsoft.com/office/drawing/2014/main" id="{9C508717-2054-BB13-5F7B-68759CDEAED2}"/>
              </a:ext>
            </a:extLst>
          </p:cNvPr>
          <p:cNvSpPr>
            <a:spLocks noGrp="1"/>
          </p:cNvSpPr>
          <p:nvPr>
            <p:ph type="body" sz="half" idx="2"/>
          </p:nvPr>
        </p:nvSpPr>
        <p:spPr>
          <a:xfrm>
            <a:off x="263308" y="1726511"/>
            <a:ext cx="2427069" cy="2849676"/>
          </a:xfrm>
        </p:spPr>
        <p:txBody>
          <a:bodyPr vert="horz" lIns="91440" tIns="45720" rIns="91440" bIns="45720" rtlCol="0" anchor="t">
            <a:normAutofit/>
          </a:bodyPr>
          <a:lstStyle/>
          <a:p>
            <a:pPr marL="285750" indent="-285750">
              <a:buFont typeface="Arial"/>
              <a:buChar char="•"/>
            </a:pPr>
            <a:r>
              <a:rPr lang="en-US">
                <a:ea typeface="+mn-lt"/>
                <a:cs typeface="+mn-lt"/>
              </a:rPr>
              <a:t>Compared polynomial degrees 1–4</a:t>
            </a:r>
          </a:p>
          <a:p>
            <a:pPr marL="285750" indent="-285750">
              <a:buFont typeface="Arial"/>
              <a:buChar char="•"/>
            </a:pPr>
            <a:r>
              <a:rPr lang="en-US">
                <a:ea typeface="+mn-lt"/>
                <a:cs typeface="+mn-lt"/>
              </a:rPr>
              <a:t>Degree 2 achieves best test R² = 0.996</a:t>
            </a:r>
          </a:p>
          <a:p>
            <a:endParaRPr lang="en-US">
              <a:ea typeface="Calibri"/>
              <a:cs typeface="Calibri"/>
            </a:endParaRPr>
          </a:p>
        </p:txBody>
      </p:sp>
      <p:sp>
        <p:nvSpPr>
          <p:cNvPr id="3" name="Foliennummernplatzhalter 2">
            <a:extLst>
              <a:ext uri="{FF2B5EF4-FFF2-40B4-BE49-F238E27FC236}">
                <a16:creationId xmlns:a16="http://schemas.microsoft.com/office/drawing/2014/main" id="{C957ED8E-82B8-37AA-FE2D-E3360255CC16}"/>
              </a:ext>
            </a:extLst>
          </p:cNvPr>
          <p:cNvSpPr>
            <a:spLocks noGrp="1"/>
          </p:cNvSpPr>
          <p:nvPr>
            <p:ph type="sldNum" sz="quarter" idx="12"/>
          </p:nvPr>
        </p:nvSpPr>
        <p:spPr>
          <a:xfrm>
            <a:off x="6738555" y="4767263"/>
            <a:ext cx="2133600" cy="273844"/>
          </a:xfrm>
        </p:spPr>
        <p:txBody>
          <a:bodyPr anchor="ctr">
            <a:normAutofit/>
          </a:bodyPr>
          <a:lstStyle/>
          <a:p>
            <a:pPr>
              <a:spcAft>
                <a:spcPts val="600"/>
              </a:spcAft>
            </a:pPr>
            <a:fld id="{E68C68F6-CEB4-C040-B3A3-CADDD499EB7C}" type="slidenum">
              <a:rPr lang="de-DE" smtClean="0"/>
              <a:pPr>
                <a:spcAft>
                  <a:spcPts val="600"/>
                </a:spcAft>
              </a:pPr>
              <a:t>21</a:t>
            </a:fld>
            <a:endParaRPr lang="de-DE"/>
          </a:p>
        </p:txBody>
      </p:sp>
      <p:pic>
        <p:nvPicPr>
          <p:cNvPr id="4" name="Picture 3" descr="A graph with red and blue lines&#10;&#10;AI-generated content may be incorrect.">
            <a:extLst>
              <a:ext uri="{FF2B5EF4-FFF2-40B4-BE49-F238E27FC236}">
                <a16:creationId xmlns:a16="http://schemas.microsoft.com/office/drawing/2014/main" id="{F986851E-363E-AA09-F888-C403A96F3E5D}"/>
              </a:ext>
            </a:extLst>
          </p:cNvPr>
          <p:cNvPicPr>
            <a:picLocks noChangeAspect="1"/>
          </p:cNvPicPr>
          <p:nvPr/>
        </p:nvPicPr>
        <p:blipFill>
          <a:blip r:embed="rId3"/>
          <a:stretch>
            <a:fillRect/>
          </a:stretch>
        </p:blipFill>
        <p:spPr>
          <a:xfrm>
            <a:off x="2566757" y="814551"/>
            <a:ext cx="6441005" cy="3836276"/>
          </a:xfrm>
          <a:prstGeom prst="rect">
            <a:avLst/>
          </a:prstGeom>
        </p:spPr>
      </p:pic>
    </p:spTree>
    <p:extLst>
      <p:ext uri="{BB962C8B-B14F-4D97-AF65-F5344CB8AC3E}">
        <p14:creationId xmlns:p14="http://schemas.microsoft.com/office/powerpoint/2010/main" val="3049165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4EAB04C8-EBB9-C790-8115-EACD3E852EF0}"/>
              </a:ext>
            </a:extLst>
          </p:cNvPr>
          <p:cNvSpPr>
            <a:spLocks noGrp="1"/>
          </p:cNvSpPr>
          <p:nvPr>
            <p:ph type="title"/>
          </p:nvPr>
        </p:nvSpPr>
        <p:spPr>
          <a:xfrm>
            <a:off x="269875" y="817886"/>
            <a:ext cx="8602280" cy="857250"/>
          </a:xfrm>
        </p:spPr>
        <p:txBody>
          <a:bodyPr anchor="b">
            <a:normAutofit/>
          </a:bodyPr>
          <a:lstStyle/>
          <a:p>
            <a:r>
              <a:rPr lang="en-US"/>
              <a:t>Model Validation</a:t>
            </a:r>
          </a:p>
        </p:txBody>
      </p:sp>
      <p:pic>
        <p:nvPicPr>
          <p:cNvPr id="16" name="Content Placeholder 15" descr="A comparison of a graph with a red line and a red line&#10;&#10;AI-generated content may be incorrect.">
            <a:extLst>
              <a:ext uri="{FF2B5EF4-FFF2-40B4-BE49-F238E27FC236}">
                <a16:creationId xmlns:a16="http://schemas.microsoft.com/office/drawing/2014/main" id="{891A2B50-F5F1-28CF-E3D2-E5DD22C4CB3C}"/>
              </a:ext>
            </a:extLst>
          </p:cNvPr>
          <p:cNvPicPr>
            <a:picLocks noGrp="1" noChangeAspect="1"/>
          </p:cNvPicPr>
          <p:nvPr>
            <p:ph idx="1"/>
          </p:nvPr>
        </p:nvPicPr>
        <p:blipFill>
          <a:blip r:embed="rId3"/>
          <a:stretch>
            <a:fillRect/>
          </a:stretch>
        </p:blipFill>
        <p:spPr>
          <a:xfrm>
            <a:off x="269875" y="1830172"/>
            <a:ext cx="8604250" cy="2667317"/>
          </a:xfrm>
          <a:prstGeom prst="rect">
            <a:avLst/>
          </a:prstGeom>
          <a:noFill/>
        </p:spPr>
      </p:pic>
      <p:sp>
        <p:nvSpPr>
          <p:cNvPr id="3" name="Slide Number Placeholder 2">
            <a:extLst>
              <a:ext uri="{FF2B5EF4-FFF2-40B4-BE49-F238E27FC236}">
                <a16:creationId xmlns:a16="http://schemas.microsoft.com/office/drawing/2014/main" id="{CF16AD1D-B036-16B6-C860-8E734BDA1899}"/>
              </a:ext>
            </a:extLst>
          </p:cNvPr>
          <p:cNvSpPr>
            <a:spLocks noGrp="1"/>
          </p:cNvSpPr>
          <p:nvPr>
            <p:ph type="sldNum" sz="quarter" idx="12"/>
          </p:nvPr>
        </p:nvSpPr>
        <p:spPr>
          <a:xfrm>
            <a:off x="6738555" y="4767263"/>
            <a:ext cx="2133600" cy="273844"/>
          </a:xfrm>
        </p:spPr>
        <p:txBody>
          <a:bodyPr anchor="ctr">
            <a:normAutofit/>
          </a:bodyPr>
          <a:lstStyle/>
          <a:p>
            <a:pPr>
              <a:spcAft>
                <a:spcPts val="600"/>
              </a:spcAft>
            </a:pPr>
            <a:fld id="{E68C68F6-CEB4-C040-B3A3-CADDD499EB7C}" type="slidenum">
              <a:rPr lang="de-DE" smtClean="0"/>
              <a:pPr>
                <a:spcAft>
                  <a:spcPts val="600"/>
                </a:spcAft>
              </a:pPr>
              <a:t>22</a:t>
            </a:fld>
            <a:endParaRPr lang="de-DE"/>
          </a:p>
        </p:txBody>
      </p:sp>
    </p:spTree>
    <p:extLst>
      <p:ext uri="{BB962C8B-B14F-4D97-AF65-F5344CB8AC3E}">
        <p14:creationId xmlns:p14="http://schemas.microsoft.com/office/powerpoint/2010/main" val="1791448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124F7-D65F-AACA-D445-7A8518D2D3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5502C15-CC7C-A371-AC4F-06B2AC6A1718}"/>
              </a:ext>
            </a:extLst>
          </p:cNvPr>
          <p:cNvSpPr>
            <a:spLocks noGrp="1"/>
          </p:cNvSpPr>
          <p:nvPr>
            <p:ph type="title"/>
          </p:nvPr>
        </p:nvSpPr>
        <p:spPr/>
        <p:txBody>
          <a:bodyPr/>
          <a:lstStyle/>
          <a:p>
            <a:r>
              <a:rPr lang="de-AT" err="1"/>
              <a:t>Dimensionality</a:t>
            </a:r>
            <a:r>
              <a:rPr lang="de-AT"/>
              <a:t> </a:t>
            </a:r>
            <a:r>
              <a:rPr lang="de-AT" err="1"/>
              <a:t>Reduction</a:t>
            </a:r>
            <a:endParaRPr lang="de-AT"/>
          </a:p>
        </p:txBody>
      </p:sp>
      <p:sp>
        <p:nvSpPr>
          <p:cNvPr id="3" name="Textplatzhalter 2">
            <a:extLst>
              <a:ext uri="{FF2B5EF4-FFF2-40B4-BE49-F238E27FC236}">
                <a16:creationId xmlns:a16="http://schemas.microsoft.com/office/drawing/2014/main" id="{23A3AC46-44FB-8246-B287-BE473E7FD5E0}"/>
              </a:ext>
            </a:extLst>
          </p:cNvPr>
          <p:cNvSpPr>
            <a:spLocks noGrp="1"/>
          </p:cNvSpPr>
          <p:nvPr>
            <p:ph type="body" idx="1"/>
          </p:nvPr>
        </p:nvSpPr>
        <p:spPr/>
        <p:txBody>
          <a:bodyPr/>
          <a:lstStyle/>
          <a:p>
            <a:endParaRPr lang="de-AT"/>
          </a:p>
        </p:txBody>
      </p:sp>
      <p:sp>
        <p:nvSpPr>
          <p:cNvPr id="4" name="Datumsplatzhalter 3">
            <a:extLst>
              <a:ext uri="{FF2B5EF4-FFF2-40B4-BE49-F238E27FC236}">
                <a16:creationId xmlns:a16="http://schemas.microsoft.com/office/drawing/2014/main" id="{352283C1-8E5C-A614-1073-6406ACA6BFE1}"/>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2A11CC5B-EDD6-8AF7-F8C3-97F2E93125D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81D04DC-3B8D-7F28-6A91-E509CB917136}"/>
              </a:ext>
            </a:extLst>
          </p:cNvPr>
          <p:cNvSpPr>
            <a:spLocks noGrp="1"/>
          </p:cNvSpPr>
          <p:nvPr>
            <p:ph type="sldNum" sz="quarter" idx="12"/>
          </p:nvPr>
        </p:nvSpPr>
        <p:spPr/>
        <p:txBody>
          <a:bodyPr/>
          <a:lstStyle/>
          <a:p>
            <a:fld id="{E68C68F6-CEB4-C040-B3A3-CADDD499EB7C}" type="slidenum">
              <a:rPr lang="de-DE" smtClean="0"/>
              <a:pPr/>
              <a:t>23</a:t>
            </a:fld>
            <a:endParaRPr lang="de-DE"/>
          </a:p>
        </p:txBody>
      </p:sp>
    </p:spTree>
    <p:extLst>
      <p:ext uri="{BB962C8B-B14F-4D97-AF65-F5344CB8AC3E}">
        <p14:creationId xmlns:p14="http://schemas.microsoft.com/office/powerpoint/2010/main" val="584221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0FAF-2DAE-CCF8-3E70-A9BFD005E8F8}"/>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0F15AF4-29C7-065D-3AE1-2CEC94406F29}"/>
              </a:ext>
            </a:extLst>
          </p:cNvPr>
          <p:cNvSpPr>
            <a:spLocks noGrp="1"/>
          </p:cNvSpPr>
          <p:nvPr>
            <p:ph type="sldNum" sz="quarter" idx="12"/>
          </p:nvPr>
        </p:nvSpPr>
        <p:spPr/>
        <p:txBody>
          <a:bodyPr/>
          <a:lstStyle/>
          <a:p>
            <a:fld id="{E68C68F6-CEB4-C040-B3A3-CADDD499EB7C}" type="slidenum">
              <a:rPr lang="de-DE" smtClean="0"/>
              <a:pPr/>
              <a:t>24</a:t>
            </a:fld>
            <a:endParaRPr lang="de-DE"/>
          </a:p>
        </p:txBody>
      </p:sp>
      <p:sp>
        <p:nvSpPr>
          <p:cNvPr id="8" name="Titel 3">
            <a:extLst>
              <a:ext uri="{FF2B5EF4-FFF2-40B4-BE49-F238E27FC236}">
                <a16:creationId xmlns:a16="http://schemas.microsoft.com/office/drawing/2014/main" id="{FDBAFF74-0D24-5412-22D4-8E437C40B06C}"/>
              </a:ext>
            </a:extLst>
          </p:cNvPr>
          <p:cNvSpPr>
            <a:spLocks noGrp="1"/>
          </p:cNvSpPr>
          <p:nvPr>
            <p:ph type="title"/>
          </p:nvPr>
        </p:nvSpPr>
        <p:spPr>
          <a:xfrm>
            <a:off x="271846" y="1194197"/>
            <a:ext cx="4590086" cy="412467"/>
          </a:xfrm>
        </p:spPr>
        <p:txBody>
          <a:bodyPr/>
          <a:lstStyle/>
          <a:p>
            <a:r>
              <a:rPr lang="de-AT"/>
              <a:t>PCA</a:t>
            </a:r>
          </a:p>
        </p:txBody>
      </p:sp>
      <p:pic>
        <p:nvPicPr>
          <p:cNvPr id="4" name="Grafik 3" descr="Ein Bild, das Text, Diagramm, Reihe, Zahl enthält.&#10;&#10;KI-generierte Inhalte können fehlerhaft sein.">
            <a:extLst>
              <a:ext uri="{FF2B5EF4-FFF2-40B4-BE49-F238E27FC236}">
                <a16:creationId xmlns:a16="http://schemas.microsoft.com/office/drawing/2014/main" id="{F2E1ECBB-F603-051A-1EC2-F6EACE2415DC}"/>
              </a:ext>
            </a:extLst>
          </p:cNvPr>
          <p:cNvPicPr>
            <a:picLocks noChangeAspect="1"/>
          </p:cNvPicPr>
          <p:nvPr/>
        </p:nvPicPr>
        <p:blipFill>
          <a:blip r:embed="rId2"/>
          <a:stretch>
            <a:fillRect/>
          </a:stretch>
        </p:blipFill>
        <p:spPr>
          <a:xfrm>
            <a:off x="271845" y="1846610"/>
            <a:ext cx="8600309" cy="2652078"/>
          </a:xfrm>
          <a:prstGeom prst="rect">
            <a:avLst/>
          </a:prstGeom>
        </p:spPr>
      </p:pic>
    </p:spTree>
    <p:extLst>
      <p:ext uri="{BB962C8B-B14F-4D97-AF65-F5344CB8AC3E}">
        <p14:creationId xmlns:p14="http://schemas.microsoft.com/office/powerpoint/2010/main" val="3771366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B2D9C-E961-1B9F-9E9D-3668F6F323E9}"/>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E489E0C3-7363-1EC9-8408-4D67400986C3}"/>
              </a:ext>
            </a:extLst>
          </p:cNvPr>
          <p:cNvSpPr>
            <a:spLocks noGrp="1"/>
          </p:cNvSpPr>
          <p:nvPr>
            <p:ph type="sldNum" sz="quarter" idx="12"/>
          </p:nvPr>
        </p:nvSpPr>
        <p:spPr/>
        <p:txBody>
          <a:bodyPr/>
          <a:lstStyle/>
          <a:p>
            <a:fld id="{E68C68F6-CEB4-C040-B3A3-CADDD499EB7C}" type="slidenum">
              <a:rPr lang="de-DE" smtClean="0"/>
              <a:pPr/>
              <a:t>25</a:t>
            </a:fld>
            <a:endParaRPr lang="de-DE"/>
          </a:p>
        </p:txBody>
      </p:sp>
      <p:sp>
        <p:nvSpPr>
          <p:cNvPr id="8" name="Titel 3">
            <a:extLst>
              <a:ext uri="{FF2B5EF4-FFF2-40B4-BE49-F238E27FC236}">
                <a16:creationId xmlns:a16="http://schemas.microsoft.com/office/drawing/2014/main" id="{33E7037D-8A10-B96A-6C06-57E5E04908AF}"/>
              </a:ext>
            </a:extLst>
          </p:cNvPr>
          <p:cNvSpPr>
            <a:spLocks noGrp="1"/>
          </p:cNvSpPr>
          <p:nvPr>
            <p:ph type="title"/>
          </p:nvPr>
        </p:nvSpPr>
        <p:spPr>
          <a:xfrm>
            <a:off x="271846" y="1194197"/>
            <a:ext cx="4590086" cy="412467"/>
          </a:xfrm>
        </p:spPr>
        <p:txBody>
          <a:bodyPr/>
          <a:lstStyle/>
          <a:p>
            <a:r>
              <a:rPr lang="de-AT"/>
              <a:t>PCA, t-SNE and UMAP</a:t>
            </a:r>
          </a:p>
        </p:txBody>
      </p:sp>
      <p:pic>
        <p:nvPicPr>
          <p:cNvPr id="5" name="Grafik 4" descr="Ein Bild, das Diagramm, Karte, Reihe, Text enthält.&#10;&#10;KI-generierte Inhalte können fehlerhaft sein.">
            <a:extLst>
              <a:ext uri="{FF2B5EF4-FFF2-40B4-BE49-F238E27FC236}">
                <a16:creationId xmlns:a16="http://schemas.microsoft.com/office/drawing/2014/main" id="{B074C79F-7777-5A53-97ED-D7A874E5EA73}"/>
              </a:ext>
            </a:extLst>
          </p:cNvPr>
          <p:cNvPicPr>
            <a:picLocks noChangeAspect="1"/>
          </p:cNvPicPr>
          <p:nvPr/>
        </p:nvPicPr>
        <p:blipFill>
          <a:blip r:embed="rId2"/>
          <a:stretch>
            <a:fillRect/>
          </a:stretch>
        </p:blipFill>
        <p:spPr>
          <a:xfrm>
            <a:off x="271846" y="1892115"/>
            <a:ext cx="8600309" cy="2474391"/>
          </a:xfrm>
          <a:prstGeom prst="rect">
            <a:avLst/>
          </a:prstGeom>
        </p:spPr>
      </p:pic>
    </p:spTree>
    <p:extLst>
      <p:ext uri="{BB962C8B-B14F-4D97-AF65-F5344CB8AC3E}">
        <p14:creationId xmlns:p14="http://schemas.microsoft.com/office/powerpoint/2010/main" val="3363674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841D-DEAB-F6E3-D9BB-347809E9A3F9}"/>
              </a:ext>
            </a:extLst>
          </p:cNvPr>
          <p:cNvSpPr>
            <a:spLocks noGrp="1"/>
          </p:cNvSpPr>
          <p:nvPr>
            <p:ph type="title"/>
          </p:nvPr>
        </p:nvSpPr>
        <p:spPr/>
        <p:txBody>
          <a:bodyPr/>
          <a:lstStyle/>
          <a:p>
            <a:r>
              <a:rPr lang="en-US"/>
              <a:t>Q&amp;A</a:t>
            </a:r>
            <a:endParaRPr lang="en-AT"/>
          </a:p>
        </p:txBody>
      </p:sp>
      <p:sp>
        <p:nvSpPr>
          <p:cNvPr id="3" name="Text Placeholder 2">
            <a:extLst>
              <a:ext uri="{FF2B5EF4-FFF2-40B4-BE49-F238E27FC236}">
                <a16:creationId xmlns:a16="http://schemas.microsoft.com/office/drawing/2014/main" id="{A588088F-D6F2-7618-FC96-13290E2F5DFA}"/>
              </a:ext>
            </a:extLst>
          </p:cNvPr>
          <p:cNvSpPr>
            <a:spLocks noGrp="1"/>
          </p:cNvSpPr>
          <p:nvPr>
            <p:ph type="body" idx="1"/>
          </p:nvPr>
        </p:nvSpPr>
        <p:spPr/>
        <p:txBody>
          <a:bodyPr/>
          <a:lstStyle/>
          <a:p>
            <a:endParaRPr lang="en-US">
              <a:ea typeface="Calibri"/>
              <a:cs typeface="Calibri"/>
            </a:endParaRPr>
          </a:p>
        </p:txBody>
      </p:sp>
      <p:sp>
        <p:nvSpPr>
          <p:cNvPr id="4" name="Date Placeholder 3">
            <a:extLst>
              <a:ext uri="{FF2B5EF4-FFF2-40B4-BE49-F238E27FC236}">
                <a16:creationId xmlns:a16="http://schemas.microsoft.com/office/drawing/2014/main" id="{AC24FA90-85BF-657F-CD41-3E8ABE9C0445}"/>
              </a:ext>
            </a:extLst>
          </p:cNvPr>
          <p:cNvSpPr>
            <a:spLocks noGrp="1"/>
          </p:cNvSpPr>
          <p:nvPr>
            <p:ph type="dt" sz="half" idx="10"/>
          </p:nvPr>
        </p:nvSpPr>
        <p:spPr/>
        <p:txBody>
          <a:bodyPr/>
          <a:lstStyle/>
          <a:p>
            <a:endParaRPr lang="de-DE"/>
          </a:p>
        </p:txBody>
      </p:sp>
      <p:sp>
        <p:nvSpPr>
          <p:cNvPr id="5" name="Footer Placeholder 4">
            <a:extLst>
              <a:ext uri="{FF2B5EF4-FFF2-40B4-BE49-F238E27FC236}">
                <a16:creationId xmlns:a16="http://schemas.microsoft.com/office/drawing/2014/main" id="{D8D19B03-EA8B-BF59-1EBB-9FE3D30FC4D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2D9DFD6F-7166-8ADB-2711-55FC1ADA05E4}"/>
              </a:ext>
            </a:extLst>
          </p:cNvPr>
          <p:cNvSpPr>
            <a:spLocks noGrp="1"/>
          </p:cNvSpPr>
          <p:nvPr>
            <p:ph type="sldNum" sz="quarter" idx="12"/>
          </p:nvPr>
        </p:nvSpPr>
        <p:spPr/>
        <p:txBody>
          <a:bodyPr/>
          <a:lstStyle/>
          <a:p>
            <a:fld id="{E68C68F6-CEB4-C040-B3A3-CADDD499EB7C}" type="slidenum">
              <a:rPr lang="de-DE" smtClean="0"/>
              <a:pPr/>
              <a:t>26</a:t>
            </a:fld>
            <a:endParaRPr lang="de-DE"/>
          </a:p>
        </p:txBody>
      </p:sp>
    </p:spTree>
    <p:extLst>
      <p:ext uri="{BB962C8B-B14F-4D97-AF65-F5344CB8AC3E}">
        <p14:creationId xmlns:p14="http://schemas.microsoft.com/office/powerpoint/2010/main" val="3718252373"/>
      </p:ext>
    </p:extLst>
  </p:cSld>
  <p:clrMapOvr>
    <a:masterClrMapping/>
  </p:clrMapOvr>
</p:sld>
</file>

<file path=ppt/theme/theme1.xml><?xml version="1.0" encoding="utf-8"?>
<a:theme xmlns:a="http://schemas.openxmlformats.org/drawingml/2006/main" name="PPT_Vorlage_Engineering_türkis">
  <a:themeElements>
    <a:clrScheme name="FH türkis">
      <a:dk1>
        <a:sysClr val="windowText" lastClr="000000"/>
      </a:dk1>
      <a:lt1>
        <a:sysClr val="window" lastClr="FFFFFF"/>
      </a:lt1>
      <a:dk2>
        <a:srgbClr val="1F497D"/>
      </a:dk2>
      <a:lt2>
        <a:srgbClr val="EEECE1"/>
      </a:lt2>
      <a:accent1>
        <a:srgbClr val="10B0CA"/>
      </a:accent1>
      <a:accent2>
        <a:srgbClr val="056781"/>
      </a:accent2>
      <a:accent3>
        <a:srgbClr val="22FFFE"/>
      </a:accent3>
      <a:accent4>
        <a:srgbClr val="BBBBBB"/>
      </a:accent4>
      <a:accent5>
        <a:srgbClr val="888888"/>
      </a:accent5>
      <a:accent6>
        <a:srgbClr val="444444"/>
      </a:accent6>
      <a:hlink>
        <a:srgbClr val="0000FF"/>
      </a:hlink>
      <a:folHlink>
        <a:srgbClr val="800080"/>
      </a:folHlink>
    </a:clrScheme>
    <a:fontScheme name="FH Joanneum">
      <a:majorFont>
        <a:latin typeface="Georgia"/>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CE 16.9.potx" id="{4BD5A669-AD90-4F44-AE52-AAFD8A160261}" vid="{0CDBE95F-7691-409F-AC69-099C0587BE0B}"/>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Debugger-Based On-Target Testing</Template>
  <TotalTime>0</TotalTime>
  <Words>385</Words>
  <Application>Microsoft Office PowerPoint</Application>
  <PresentationFormat>Bildschirmpräsentation (16:9)</PresentationFormat>
  <Paragraphs>96</Paragraphs>
  <Slides>26</Slides>
  <Notes>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26</vt:i4>
      </vt:variant>
    </vt:vector>
  </HeadingPairs>
  <TitlesOfParts>
    <vt:vector size="30" baseType="lpstr">
      <vt:lpstr>Arial</vt:lpstr>
      <vt:lpstr>Calibri</vt:lpstr>
      <vt:lpstr>LMRoman10-Regular</vt:lpstr>
      <vt:lpstr>PPT_Vorlage_Engineering_türkis</vt:lpstr>
      <vt:lpstr>Analog Avengers</vt:lpstr>
      <vt:lpstr>Dataset description</vt:lpstr>
      <vt:lpstr>Bike sales in Europe</vt:lpstr>
      <vt:lpstr>Basic Analysis</vt:lpstr>
      <vt:lpstr>Data Quality</vt:lpstr>
      <vt:lpstr>Data Quality</vt:lpstr>
      <vt:lpstr>Visualization</vt:lpstr>
      <vt:lpstr>Time series</vt:lpstr>
      <vt:lpstr>Distribution Analysis</vt:lpstr>
      <vt:lpstr>Correlation Analysis</vt:lpstr>
      <vt:lpstr>Monthly Pattern Analysis</vt:lpstr>
      <vt:lpstr>Weekly Pattern Analysis</vt:lpstr>
      <vt:lpstr>Probability analysis</vt:lpstr>
      <vt:lpstr>Threshold-based PA</vt:lpstr>
      <vt:lpstr>Cross Tabulation Analysis</vt:lpstr>
      <vt:lpstr>Conditional Probability</vt:lpstr>
      <vt:lpstr>Statistical theory applications</vt:lpstr>
      <vt:lpstr>Law of Large Numbers</vt:lpstr>
      <vt:lpstr>Central Limit Theorem</vt:lpstr>
      <vt:lpstr>Regression ANalysis</vt:lpstr>
      <vt:lpstr>Model Selection</vt:lpstr>
      <vt:lpstr>Model Validation</vt:lpstr>
      <vt:lpstr>Dimensionality Reduction</vt:lpstr>
      <vt:lpstr>PCA</vt:lpstr>
      <vt:lpstr>PCA, t-SNE and UMAP</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Kotschnig</dc:creator>
  <cp:lastModifiedBy>Kotschnig Thomas</cp:lastModifiedBy>
  <cp:revision>5</cp:revision>
  <dcterms:created xsi:type="dcterms:W3CDTF">2025-06-05T14:58:05Z</dcterms:created>
  <dcterms:modified xsi:type="dcterms:W3CDTF">2026-01-29T14:37:31Z</dcterms:modified>
</cp:coreProperties>
</file>